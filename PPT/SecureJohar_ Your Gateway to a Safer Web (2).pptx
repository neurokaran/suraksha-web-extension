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embeddedFontLst>
    <p:embeddedFont>
      <p:font typeface="Quattrocento Sans" charset="-122" pitchFamily="34"/>
      <p:regular r:id="rId14"/>
    </p:embeddedFont>
    <p:embeddedFont>
      <p:font typeface="Liter" charset="-122" pitchFamily="34"/>
      <p:regular r:id="rId15"/>
    </p:embeddedFont>
    <p:embeddedFont>
      <p:font typeface="Hedvig Letters Sans" charset="-122" pitchFamily="34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20dfa7cc17ea0c09b9b3ea8fd06129d9f6b907b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192F">
                  <a:alpha val="95000"/>
                </a:srgbClr>
              </a:gs>
              <a:gs pos="50000">
                <a:srgbClr val="0A192F">
                  <a:alpha val="85000"/>
                </a:srgbClr>
              </a:gs>
              <a:gs pos="100000">
                <a:srgbClr val="112240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625102" y="384810"/>
            <a:ext cx="2941320" cy="426720"/>
          </a:xfrm>
          <a:custGeom>
            <a:avLst/>
            <a:gdLst/>
            <a:ahLst/>
            <a:cxnLst/>
            <a:rect l="l" t="t" r="r" b="b"/>
            <a:pathLst>
              <a:path w="2941320" h="426720">
                <a:moveTo>
                  <a:pt x="213360" y="0"/>
                </a:moveTo>
                <a:lnTo>
                  <a:pt x="2727960" y="0"/>
                </a:lnTo>
                <a:cubicBezTo>
                  <a:pt x="2845795" y="0"/>
                  <a:pt x="2941320" y="95525"/>
                  <a:pt x="2941320" y="213360"/>
                </a:cubicBezTo>
                <a:lnTo>
                  <a:pt x="2941320" y="213360"/>
                </a:lnTo>
                <a:cubicBezTo>
                  <a:pt x="2941320" y="331195"/>
                  <a:pt x="2845795" y="426720"/>
                  <a:pt x="2727960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64FFDA">
              <a:alpha val="10196"/>
            </a:srgbClr>
          </a:solidFill>
          <a:ln w="1016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14649" y="464820"/>
            <a:ext cx="256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135" kern="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CYBERSECURITY SOLUTION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09072" y="1272540"/>
            <a:ext cx="41719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Suraksha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235839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8" name="Text 5"/>
          <p:cNvSpPr/>
          <p:nvPr/>
        </p:nvSpPr>
        <p:spPr>
          <a:xfrm>
            <a:off x="3760946" y="262509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CCD6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Your Gateway to a Safer Web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35561" y="3310890"/>
            <a:ext cx="512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Threat Detection via Web and Extension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38400" y="5520809"/>
            <a:ext cx="7315200" cy="7620"/>
          </a:xfrm>
          <a:custGeom>
            <a:avLst/>
            <a:gdLst/>
            <a:ahLst/>
            <a:cxnLst/>
            <a:rect l="l" t="t" r="r" b="b"/>
            <a:pathLst>
              <a:path w="7315200" h="7620">
                <a:moveTo>
                  <a:pt x="0" y="0"/>
                </a:moveTo>
                <a:lnTo>
                  <a:pt x="7315200" y="0"/>
                </a:lnTo>
                <a:lnTo>
                  <a:pt x="73152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390775" y="5829419"/>
            <a:ext cx="741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CCD6F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381250" y="6172319"/>
            <a:ext cx="742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Bridging the gap between user browsing and cybersecurity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714500"/>
            <a:ext cx="5581650" cy="1438275"/>
          </a:xfrm>
          <a:custGeom>
            <a:avLst/>
            <a:gdLst/>
            <a:ahLst/>
            <a:cxnLst/>
            <a:rect l="l" t="t" r="r" b="b"/>
            <a:pathLst>
              <a:path w="5581650" h="1438275">
                <a:moveTo>
                  <a:pt x="38100" y="0"/>
                </a:moveTo>
                <a:lnTo>
                  <a:pt x="5467350" y="0"/>
                </a:lnTo>
                <a:cubicBezTo>
                  <a:pt x="5530476" y="0"/>
                  <a:pt x="5581650" y="51174"/>
                  <a:pt x="5581650" y="114300"/>
                </a:cubicBezTo>
                <a:lnTo>
                  <a:pt x="5581650" y="1323975"/>
                </a:lnTo>
                <a:cubicBezTo>
                  <a:pt x="5581650" y="1387101"/>
                  <a:pt x="5530476" y="1438275"/>
                  <a:pt x="5467350" y="1438275"/>
                </a:cubicBez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714500"/>
            <a:ext cx="38100" cy="1438275"/>
          </a:xfrm>
          <a:custGeom>
            <a:avLst/>
            <a:gdLst/>
            <a:ahLst/>
            <a:cxnLst/>
            <a:rect l="l" t="t" r="r" b="b"/>
            <a:pathLst>
              <a:path w="38100" h="1438275">
                <a:moveTo>
                  <a:pt x="38100" y="0"/>
                </a:moveTo>
                <a:lnTo>
                  <a:pt x="38100" y="0"/>
                </a:lnTo>
                <a:lnTo>
                  <a:pt x="38100" y="1438275"/>
                </a:ln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943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84265" y="203835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2038350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Security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2514600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CD6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rising sophistication of web threats and user vulnerability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714500"/>
            <a:ext cx="5581650" cy="1438275"/>
          </a:xfrm>
          <a:custGeom>
            <a:avLst/>
            <a:gdLst/>
            <a:ahLst/>
            <a:cxnLst/>
            <a:rect l="l" t="t" r="r" b="b"/>
            <a:pathLst>
              <a:path w="5581650" h="1438275">
                <a:moveTo>
                  <a:pt x="38100" y="0"/>
                </a:moveTo>
                <a:lnTo>
                  <a:pt x="5467350" y="0"/>
                </a:lnTo>
                <a:cubicBezTo>
                  <a:pt x="5530476" y="0"/>
                  <a:pt x="5581650" y="51174"/>
                  <a:pt x="5581650" y="114300"/>
                </a:cubicBezTo>
                <a:lnTo>
                  <a:pt x="5581650" y="1323975"/>
                </a:lnTo>
                <a:cubicBezTo>
                  <a:pt x="5581650" y="1387101"/>
                  <a:pt x="5530476" y="1438275"/>
                  <a:pt x="5467350" y="1438275"/>
                </a:cubicBez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1224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9350" y="1714500"/>
            <a:ext cx="38100" cy="1438275"/>
          </a:xfrm>
          <a:custGeom>
            <a:avLst/>
            <a:gdLst/>
            <a:ahLst/>
            <a:cxnLst/>
            <a:rect l="l" t="t" r="r" b="b"/>
            <a:pathLst>
              <a:path w="38100" h="1438275">
                <a:moveTo>
                  <a:pt x="38100" y="0"/>
                </a:moveTo>
                <a:lnTo>
                  <a:pt x="38100" y="0"/>
                </a:lnTo>
                <a:lnTo>
                  <a:pt x="38100" y="1438275"/>
                </a:ln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1943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95229" y="203835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2038350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Access Methods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7000" y="2514600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CD6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Dual-platform approach: Website and Browser Extension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378160"/>
            <a:ext cx="5581650" cy="1438275"/>
          </a:xfrm>
          <a:custGeom>
            <a:avLst/>
            <a:gdLst/>
            <a:ahLst/>
            <a:cxnLst/>
            <a:rect l="l" t="t" r="r" b="b"/>
            <a:pathLst>
              <a:path w="5581650" h="1438275">
                <a:moveTo>
                  <a:pt x="38100" y="0"/>
                </a:moveTo>
                <a:lnTo>
                  <a:pt x="5467350" y="0"/>
                </a:lnTo>
                <a:cubicBezTo>
                  <a:pt x="5530476" y="0"/>
                  <a:pt x="5581650" y="51174"/>
                  <a:pt x="5581650" y="114300"/>
                </a:cubicBezTo>
                <a:lnTo>
                  <a:pt x="5581650" y="1323975"/>
                </a:lnTo>
                <a:cubicBezTo>
                  <a:pt x="5581650" y="1387101"/>
                  <a:pt x="5530476" y="1438275"/>
                  <a:pt x="5467350" y="1438275"/>
                </a:cubicBez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12240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378160"/>
            <a:ext cx="38100" cy="1438275"/>
          </a:xfrm>
          <a:custGeom>
            <a:avLst/>
            <a:gdLst/>
            <a:ahLst/>
            <a:cxnLst/>
            <a:rect l="l" t="t" r="r" b="b"/>
            <a:pathLst>
              <a:path w="38100" h="1438275">
                <a:moveTo>
                  <a:pt x="38100" y="0"/>
                </a:moveTo>
                <a:lnTo>
                  <a:pt x="38100" y="0"/>
                </a:lnTo>
                <a:lnTo>
                  <a:pt x="38100" y="1438275"/>
                </a:ln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60676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63429" y="370201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7300" y="370201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Website Experience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7700" y="4178260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CD6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link verification through secure sandbox environment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378160"/>
            <a:ext cx="5581650" cy="1438275"/>
          </a:xfrm>
          <a:custGeom>
            <a:avLst/>
            <a:gdLst/>
            <a:ahLst/>
            <a:cxnLst/>
            <a:rect l="l" t="t" r="r" b="b"/>
            <a:pathLst>
              <a:path w="5581650" h="1438275">
                <a:moveTo>
                  <a:pt x="38100" y="0"/>
                </a:moveTo>
                <a:lnTo>
                  <a:pt x="5467350" y="0"/>
                </a:lnTo>
                <a:cubicBezTo>
                  <a:pt x="5530476" y="0"/>
                  <a:pt x="5581650" y="51174"/>
                  <a:pt x="5581650" y="114300"/>
                </a:cubicBezTo>
                <a:lnTo>
                  <a:pt x="5581650" y="1323975"/>
                </a:lnTo>
                <a:cubicBezTo>
                  <a:pt x="5581650" y="1387101"/>
                  <a:pt x="5530476" y="1438275"/>
                  <a:pt x="5467350" y="1438275"/>
                </a:cubicBez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1224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9350" y="3378160"/>
            <a:ext cx="38100" cy="1438275"/>
          </a:xfrm>
          <a:custGeom>
            <a:avLst/>
            <a:gdLst/>
            <a:ahLst/>
            <a:cxnLst/>
            <a:rect l="l" t="t" r="r" b="b"/>
            <a:pathLst>
              <a:path w="38100" h="1438275">
                <a:moveTo>
                  <a:pt x="38100" y="0"/>
                </a:moveTo>
                <a:lnTo>
                  <a:pt x="38100" y="0"/>
                </a:lnTo>
                <a:lnTo>
                  <a:pt x="38100" y="1438275"/>
                </a:ln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360676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95348" y="370201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70201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Extension Experience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7000" y="4178260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CD6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Passive, real-time protection with intelligent monitoring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041821"/>
            <a:ext cx="5581650" cy="1438275"/>
          </a:xfrm>
          <a:custGeom>
            <a:avLst/>
            <a:gdLst/>
            <a:ahLst/>
            <a:cxnLst/>
            <a:rect l="l" t="t" r="r" b="b"/>
            <a:pathLst>
              <a:path w="5581650" h="1438275">
                <a:moveTo>
                  <a:pt x="38100" y="0"/>
                </a:moveTo>
                <a:lnTo>
                  <a:pt x="5467350" y="0"/>
                </a:lnTo>
                <a:cubicBezTo>
                  <a:pt x="5530476" y="0"/>
                  <a:pt x="5581650" y="51174"/>
                  <a:pt x="5581650" y="114300"/>
                </a:cubicBezTo>
                <a:lnTo>
                  <a:pt x="5581650" y="1323975"/>
                </a:lnTo>
                <a:cubicBezTo>
                  <a:pt x="5581650" y="1387101"/>
                  <a:pt x="5530476" y="1438275"/>
                  <a:pt x="5467350" y="1438275"/>
                </a:cubicBez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12240"/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5041821"/>
            <a:ext cx="38100" cy="1438275"/>
          </a:xfrm>
          <a:custGeom>
            <a:avLst/>
            <a:gdLst/>
            <a:ahLst/>
            <a:cxnLst/>
            <a:rect l="l" t="t" r="r" b="b"/>
            <a:pathLst>
              <a:path w="38100" h="1438275">
                <a:moveTo>
                  <a:pt x="38100" y="0"/>
                </a:moveTo>
                <a:lnTo>
                  <a:pt x="38100" y="0"/>
                </a:lnTo>
                <a:lnTo>
                  <a:pt x="38100" y="1438275"/>
                </a:ln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700" y="527042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63191" y="5365671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57300" y="5365671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Experience Comparison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7700" y="5841921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CD6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Side-by-side analysis of both protection methods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29350" y="5041821"/>
            <a:ext cx="5581650" cy="1438275"/>
          </a:xfrm>
          <a:custGeom>
            <a:avLst/>
            <a:gdLst/>
            <a:ahLst/>
            <a:cxnLst/>
            <a:rect l="l" t="t" r="r" b="b"/>
            <a:pathLst>
              <a:path w="5581650" h="1438275">
                <a:moveTo>
                  <a:pt x="38100" y="0"/>
                </a:moveTo>
                <a:lnTo>
                  <a:pt x="5467350" y="0"/>
                </a:lnTo>
                <a:cubicBezTo>
                  <a:pt x="5530476" y="0"/>
                  <a:pt x="5581650" y="51174"/>
                  <a:pt x="5581650" y="114300"/>
                </a:cubicBezTo>
                <a:lnTo>
                  <a:pt x="5581650" y="1323975"/>
                </a:lnTo>
                <a:cubicBezTo>
                  <a:pt x="5581650" y="1387101"/>
                  <a:pt x="5530476" y="1438275"/>
                  <a:pt x="5467350" y="1438275"/>
                </a:cubicBez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12240"/>
          </a:solidFill>
          <a:ln/>
        </p:spPr>
      </p:sp>
      <p:sp>
        <p:nvSpPr>
          <p:cNvPr id="36" name="Shape 34"/>
          <p:cNvSpPr/>
          <p:nvPr/>
        </p:nvSpPr>
        <p:spPr>
          <a:xfrm>
            <a:off x="6229350" y="5041821"/>
            <a:ext cx="38100" cy="1438275"/>
          </a:xfrm>
          <a:custGeom>
            <a:avLst/>
            <a:gdLst/>
            <a:ahLst/>
            <a:cxnLst/>
            <a:rect l="l" t="t" r="r" b="b"/>
            <a:pathLst>
              <a:path w="38100" h="1438275">
                <a:moveTo>
                  <a:pt x="38100" y="0"/>
                </a:moveTo>
                <a:lnTo>
                  <a:pt x="38100" y="0"/>
                </a:lnTo>
                <a:lnTo>
                  <a:pt x="38100" y="1438275"/>
                </a:lnTo>
                <a:lnTo>
                  <a:pt x="38100" y="1438275"/>
                </a:lnTo>
                <a:cubicBezTo>
                  <a:pt x="17072" y="1438275"/>
                  <a:pt x="0" y="1421203"/>
                  <a:pt x="0" y="1400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77000" y="527042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91300" y="5365671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5365671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Roadmap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77000" y="5841921"/>
            <a:ext cx="518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CD6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safety approach and future enterprise scaling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341" y="349341"/>
            <a:ext cx="7615633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spc="55" kern="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341" y="628814"/>
            <a:ext cx="7755370" cy="1048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0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Security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30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341" y="1816573"/>
            <a:ext cx="838418" cy="34934"/>
          </a:xfrm>
          <a:custGeom>
            <a:avLst/>
            <a:gdLst/>
            <a:ahLst/>
            <a:cxnLst/>
            <a:rect l="l" t="t" r="r" b="b"/>
            <a:pathLst>
              <a:path w="838418" h="34934">
                <a:moveTo>
                  <a:pt x="0" y="0"/>
                </a:moveTo>
                <a:lnTo>
                  <a:pt x="838418" y="0"/>
                </a:lnTo>
                <a:lnTo>
                  <a:pt x="838418" y="34934"/>
                </a:lnTo>
                <a:lnTo>
                  <a:pt x="0" y="34934"/>
                </a:lnTo>
                <a:lnTo>
                  <a:pt x="0" y="0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" name="Shape 3"/>
          <p:cNvSpPr/>
          <p:nvPr/>
        </p:nvSpPr>
        <p:spPr>
          <a:xfrm>
            <a:off x="366808" y="2158163"/>
            <a:ext cx="7528298" cy="1572034"/>
          </a:xfrm>
          <a:custGeom>
            <a:avLst/>
            <a:gdLst/>
            <a:ahLst/>
            <a:cxnLst/>
            <a:rect l="l" t="t" r="r" b="b"/>
            <a:pathLst>
              <a:path w="7528298" h="1572034">
                <a:moveTo>
                  <a:pt x="34934" y="0"/>
                </a:moveTo>
                <a:lnTo>
                  <a:pt x="7423490" y="0"/>
                </a:lnTo>
                <a:cubicBezTo>
                  <a:pt x="7481374" y="0"/>
                  <a:pt x="7528298" y="46924"/>
                  <a:pt x="7528298" y="104808"/>
                </a:cubicBezTo>
                <a:lnTo>
                  <a:pt x="7528298" y="1467227"/>
                </a:lnTo>
                <a:cubicBezTo>
                  <a:pt x="7528298" y="1525110"/>
                  <a:pt x="7481374" y="1572034"/>
                  <a:pt x="7423490" y="1572034"/>
                </a:cubicBezTo>
                <a:lnTo>
                  <a:pt x="34934" y="1572034"/>
                </a:lnTo>
                <a:cubicBezTo>
                  <a:pt x="15641" y="1572034"/>
                  <a:pt x="0" y="1556394"/>
                  <a:pt x="0" y="1537100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366808" y="2158163"/>
            <a:ext cx="34934" cy="1572034"/>
          </a:xfrm>
          <a:custGeom>
            <a:avLst/>
            <a:gdLst/>
            <a:ahLst/>
            <a:cxnLst/>
            <a:rect l="l" t="t" r="r" b="b"/>
            <a:pathLst>
              <a:path w="34934" h="1572034">
                <a:moveTo>
                  <a:pt x="34934" y="0"/>
                </a:moveTo>
                <a:lnTo>
                  <a:pt x="34934" y="0"/>
                </a:lnTo>
                <a:lnTo>
                  <a:pt x="34934" y="1572034"/>
                </a:lnTo>
                <a:lnTo>
                  <a:pt x="34934" y="1572034"/>
                </a:lnTo>
                <a:cubicBezTo>
                  <a:pt x="15641" y="1572034"/>
                  <a:pt x="0" y="1556394"/>
                  <a:pt x="0" y="1537100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593880" y="2367768"/>
            <a:ext cx="489077" cy="489077"/>
          </a:xfrm>
          <a:custGeom>
            <a:avLst/>
            <a:gdLst/>
            <a:ahLst/>
            <a:cxnLst/>
            <a:rect l="l" t="t" r="r" b="b"/>
            <a:pathLst>
              <a:path w="489077" h="489077">
                <a:moveTo>
                  <a:pt x="244539" y="0"/>
                </a:moveTo>
                <a:lnTo>
                  <a:pt x="244539" y="0"/>
                </a:lnTo>
                <a:cubicBezTo>
                  <a:pt x="379594" y="0"/>
                  <a:pt x="489077" y="109484"/>
                  <a:pt x="489077" y="244539"/>
                </a:cubicBezTo>
                <a:lnTo>
                  <a:pt x="489077" y="244539"/>
                </a:lnTo>
                <a:cubicBezTo>
                  <a:pt x="489077" y="379594"/>
                  <a:pt x="379594" y="489077"/>
                  <a:pt x="244539" y="489077"/>
                </a:cubicBezTo>
                <a:lnTo>
                  <a:pt x="244539" y="489077"/>
                </a:lnTo>
                <a:cubicBezTo>
                  <a:pt x="109484" y="489077"/>
                  <a:pt x="0" y="379594"/>
                  <a:pt x="0" y="244539"/>
                </a:cubicBezTo>
                <a:lnTo>
                  <a:pt x="0" y="244539"/>
                </a:lnTo>
                <a:cubicBezTo>
                  <a:pt x="0" y="109484"/>
                  <a:pt x="109484" y="0"/>
                  <a:pt x="244539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3616" y="2507504"/>
            <a:ext cx="209605" cy="209605"/>
          </a:xfrm>
          <a:custGeom>
            <a:avLst/>
            <a:gdLst/>
            <a:ahLst/>
            <a:cxnLst/>
            <a:rect l="l" t="t" r="r" b="b"/>
            <a:pathLst>
              <a:path w="209605" h="209605">
                <a:moveTo>
                  <a:pt x="104802" y="0"/>
                </a:moveTo>
                <a:cubicBezTo>
                  <a:pt x="110820" y="0"/>
                  <a:pt x="116347" y="3316"/>
                  <a:pt x="119213" y="8597"/>
                </a:cubicBezTo>
                <a:lnTo>
                  <a:pt x="207640" y="172351"/>
                </a:lnTo>
                <a:cubicBezTo>
                  <a:pt x="210382" y="177427"/>
                  <a:pt x="210260" y="183568"/>
                  <a:pt x="207312" y="188521"/>
                </a:cubicBezTo>
                <a:cubicBezTo>
                  <a:pt x="204364" y="193475"/>
                  <a:pt x="199002" y="196504"/>
                  <a:pt x="193229" y="196504"/>
                </a:cubicBezTo>
                <a:lnTo>
                  <a:pt x="16375" y="196504"/>
                </a:lnTo>
                <a:cubicBezTo>
                  <a:pt x="10603" y="196504"/>
                  <a:pt x="5281" y="193475"/>
                  <a:pt x="2293" y="188521"/>
                </a:cubicBezTo>
                <a:cubicBezTo>
                  <a:pt x="-696" y="183568"/>
                  <a:pt x="-778" y="177427"/>
                  <a:pt x="1965" y="172351"/>
                </a:cubicBezTo>
                <a:lnTo>
                  <a:pt x="90392" y="8597"/>
                </a:lnTo>
                <a:cubicBezTo>
                  <a:pt x="93258" y="3316"/>
                  <a:pt x="98784" y="0"/>
                  <a:pt x="104802" y="0"/>
                </a:cubicBezTo>
                <a:close/>
                <a:moveTo>
                  <a:pt x="104802" y="68777"/>
                </a:moveTo>
                <a:cubicBezTo>
                  <a:pt x="99357" y="68777"/>
                  <a:pt x="94977" y="73157"/>
                  <a:pt x="94977" y="78602"/>
                </a:cubicBezTo>
                <a:lnTo>
                  <a:pt x="94977" y="124453"/>
                </a:lnTo>
                <a:cubicBezTo>
                  <a:pt x="94977" y="129898"/>
                  <a:pt x="99357" y="134278"/>
                  <a:pt x="104802" y="134278"/>
                </a:cubicBezTo>
                <a:cubicBezTo>
                  <a:pt x="110247" y="134278"/>
                  <a:pt x="114628" y="129898"/>
                  <a:pt x="114628" y="124453"/>
                </a:cubicBezTo>
                <a:lnTo>
                  <a:pt x="114628" y="78602"/>
                </a:lnTo>
                <a:cubicBezTo>
                  <a:pt x="114628" y="73157"/>
                  <a:pt x="110247" y="68777"/>
                  <a:pt x="104802" y="68777"/>
                </a:cubicBezTo>
                <a:close/>
                <a:moveTo>
                  <a:pt x="115733" y="157203"/>
                </a:moveTo>
                <a:cubicBezTo>
                  <a:pt x="115981" y="153146"/>
                  <a:pt x="113958" y="149286"/>
                  <a:pt x="110480" y="147182"/>
                </a:cubicBezTo>
                <a:cubicBezTo>
                  <a:pt x="107002" y="145078"/>
                  <a:pt x="102644" y="145078"/>
                  <a:pt x="99166" y="147182"/>
                </a:cubicBezTo>
                <a:cubicBezTo>
                  <a:pt x="95687" y="149286"/>
                  <a:pt x="93664" y="153146"/>
                  <a:pt x="93913" y="157203"/>
                </a:cubicBezTo>
                <a:cubicBezTo>
                  <a:pt x="93664" y="161261"/>
                  <a:pt x="95687" y="165121"/>
                  <a:pt x="99166" y="167225"/>
                </a:cubicBezTo>
                <a:cubicBezTo>
                  <a:pt x="102644" y="169329"/>
                  <a:pt x="107002" y="169329"/>
                  <a:pt x="110480" y="167225"/>
                </a:cubicBezTo>
                <a:cubicBezTo>
                  <a:pt x="113958" y="165121"/>
                  <a:pt x="115981" y="161261"/>
                  <a:pt x="115733" y="15720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1222693" y="2367768"/>
            <a:ext cx="6567610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Rising Web Threats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2693" y="2751933"/>
            <a:ext cx="6541410" cy="768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Phishing, malware, and deceptive URLs are becoming 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FF6B6B"/>
                </a:solidFill>
                <a:highlight>
                  <a:srgbClr val="FF6B6B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increasingly sophisticated 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Attackers employ advanced social engineering tactics, AI-generated content, and zero-day exploits to bypass traditional security measures.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6808" y="3782272"/>
            <a:ext cx="7528298" cy="1310029"/>
          </a:xfrm>
          <a:custGeom>
            <a:avLst/>
            <a:gdLst/>
            <a:ahLst/>
            <a:cxnLst/>
            <a:rect l="l" t="t" r="r" b="b"/>
            <a:pathLst>
              <a:path w="7528298" h="1310029">
                <a:moveTo>
                  <a:pt x="34934" y="0"/>
                </a:moveTo>
                <a:lnTo>
                  <a:pt x="7423496" y="0"/>
                </a:lnTo>
                <a:cubicBezTo>
                  <a:pt x="7481376" y="0"/>
                  <a:pt x="7528298" y="46922"/>
                  <a:pt x="7528298" y="104802"/>
                </a:cubicBezTo>
                <a:lnTo>
                  <a:pt x="7528298" y="1205226"/>
                </a:lnTo>
                <a:cubicBezTo>
                  <a:pt x="7528298" y="1263107"/>
                  <a:pt x="7481376" y="1310029"/>
                  <a:pt x="7423496" y="1310029"/>
                </a:cubicBezTo>
                <a:lnTo>
                  <a:pt x="34934" y="1310029"/>
                </a:lnTo>
                <a:cubicBezTo>
                  <a:pt x="15641" y="1310029"/>
                  <a:pt x="0" y="1294388"/>
                  <a:pt x="0" y="1275095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12240"/>
          </a:solidFill>
          <a:ln/>
        </p:spPr>
      </p:sp>
      <p:sp>
        <p:nvSpPr>
          <p:cNvPr id="12" name="Shape 10"/>
          <p:cNvSpPr/>
          <p:nvPr/>
        </p:nvSpPr>
        <p:spPr>
          <a:xfrm>
            <a:off x="366808" y="3782272"/>
            <a:ext cx="34934" cy="1310029"/>
          </a:xfrm>
          <a:custGeom>
            <a:avLst/>
            <a:gdLst/>
            <a:ahLst/>
            <a:cxnLst/>
            <a:rect l="l" t="t" r="r" b="b"/>
            <a:pathLst>
              <a:path w="34934" h="1310029">
                <a:moveTo>
                  <a:pt x="34934" y="0"/>
                </a:moveTo>
                <a:lnTo>
                  <a:pt x="34934" y="0"/>
                </a:lnTo>
                <a:lnTo>
                  <a:pt x="34934" y="1310029"/>
                </a:lnTo>
                <a:lnTo>
                  <a:pt x="34934" y="1310029"/>
                </a:lnTo>
                <a:cubicBezTo>
                  <a:pt x="15641" y="1310029"/>
                  <a:pt x="0" y="1294388"/>
                  <a:pt x="0" y="1275095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3880" y="3991876"/>
            <a:ext cx="489077" cy="489077"/>
          </a:xfrm>
          <a:custGeom>
            <a:avLst/>
            <a:gdLst/>
            <a:ahLst/>
            <a:cxnLst/>
            <a:rect l="l" t="t" r="r" b="b"/>
            <a:pathLst>
              <a:path w="489077" h="489077">
                <a:moveTo>
                  <a:pt x="244539" y="0"/>
                </a:moveTo>
                <a:lnTo>
                  <a:pt x="244539" y="0"/>
                </a:lnTo>
                <a:cubicBezTo>
                  <a:pt x="379594" y="0"/>
                  <a:pt x="489077" y="109484"/>
                  <a:pt x="489077" y="244539"/>
                </a:cubicBezTo>
                <a:lnTo>
                  <a:pt x="489077" y="244539"/>
                </a:lnTo>
                <a:cubicBezTo>
                  <a:pt x="489077" y="379594"/>
                  <a:pt x="379594" y="489077"/>
                  <a:pt x="244539" y="489077"/>
                </a:cubicBezTo>
                <a:lnTo>
                  <a:pt x="244539" y="489077"/>
                </a:lnTo>
                <a:cubicBezTo>
                  <a:pt x="109484" y="489077"/>
                  <a:pt x="0" y="379594"/>
                  <a:pt x="0" y="244539"/>
                </a:cubicBezTo>
                <a:lnTo>
                  <a:pt x="0" y="244539"/>
                </a:lnTo>
                <a:cubicBezTo>
                  <a:pt x="0" y="109484"/>
                  <a:pt x="109484" y="0"/>
                  <a:pt x="244539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20516" y="4131613"/>
            <a:ext cx="235805" cy="209605"/>
          </a:xfrm>
          <a:custGeom>
            <a:avLst/>
            <a:gdLst/>
            <a:ahLst/>
            <a:cxnLst/>
            <a:rect l="l" t="t" r="r" b="b"/>
            <a:pathLst>
              <a:path w="235805" h="209605">
                <a:moveTo>
                  <a:pt x="91702" y="101527"/>
                </a:moveTo>
                <a:cubicBezTo>
                  <a:pt x="118815" y="101527"/>
                  <a:pt x="140828" y="79515"/>
                  <a:pt x="140828" y="52401"/>
                </a:cubicBezTo>
                <a:cubicBezTo>
                  <a:pt x="140828" y="25288"/>
                  <a:pt x="118815" y="3275"/>
                  <a:pt x="91702" y="3275"/>
                </a:cubicBezTo>
                <a:cubicBezTo>
                  <a:pt x="64589" y="3275"/>
                  <a:pt x="42576" y="25288"/>
                  <a:pt x="42576" y="52401"/>
                </a:cubicBezTo>
                <a:cubicBezTo>
                  <a:pt x="42576" y="79515"/>
                  <a:pt x="64589" y="101527"/>
                  <a:pt x="91702" y="101527"/>
                </a:cubicBezTo>
                <a:close/>
                <a:moveTo>
                  <a:pt x="79543" y="124453"/>
                </a:moveTo>
                <a:cubicBezTo>
                  <a:pt x="39219" y="124453"/>
                  <a:pt x="6550" y="157122"/>
                  <a:pt x="6550" y="197446"/>
                </a:cubicBezTo>
                <a:cubicBezTo>
                  <a:pt x="6550" y="204160"/>
                  <a:pt x="11995" y="209605"/>
                  <a:pt x="18709" y="209605"/>
                </a:cubicBezTo>
                <a:lnTo>
                  <a:pt x="121669" y="209605"/>
                </a:lnTo>
                <a:cubicBezTo>
                  <a:pt x="106849" y="192165"/>
                  <a:pt x="98252" y="169690"/>
                  <a:pt x="98252" y="145904"/>
                </a:cubicBezTo>
                <a:lnTo>
                  <a:pt x="98252" y="133173"/>
                </a:lnTo>
                <a:cubicBezTo>
                  <a:pt x="98252" y="130184"/>
                  <a:pt x="98662" y="127237"/>
                  <a:pt x="99439" y="124453"/>
                </a:cubicBezTo>
                <a:lnTo>
                  <a:pt x="79543" y="124453"/>
                </a:lnTo>
                <a:close/>
                <a:moveTo>
                  <a:pt x="182299" y="199984"/>
                </a:moveTo>
                <a:lnTo>
                  <a:pt x="176854" y="202563"/>
                </a:lnTo>
                <a:lnTo>
                  <a:pt x="176854" y="125558"/>
                </a:lnTo>
                <a:lnTo>
                  <a:pt x="216155" y="138658"/>
                </a:lnTo>
                <a:lnTo>
                  <a:pt x="216155" y="146682"/>
                </a:lnTo>
                <a:cubicBezTo>
                  <a:pt x="216155" y="169526"/>
                  <a:pt x="202973" y="190282"/>
                  <a:pt x="182299" y="200025"/>
                </a:cubicBezTo>
                <a:close/>
                <a:moveTo>
                  <a:pt x="172719" y="106235"/>
                </a:moveTo>
                <a:lnTo>
                  <a:pt x="126868" y="121505"/>
                </a:lnTo>
                <a:cubicBezTo>
                  <a:pt x="121505" y="123306"/>
                  <a:pt x="117903" y="128301"/>
                  <a:pt x="117903" y="133950"/>
                </a:cubicBezTo>
                <a:lnTo>
                  <a:pt x="117903" y="146682"/>
                </a:lnTo>
                <a:cubicBezTo>
                  <a:pt x="117903" y="177140"/>
                  <a:pt x="135506" y="204856"/>
                  <a:pt x="163017" y="217792"/>
                </a:cubicBezTo>
                <a:lnTo>
                  <a:pt x="170590" y="221354"/>
                </a:lnTo>
                <a:cubicBezTo>
                  <a:pt x="172555" y="222255"/>
                  <a:pt x="174684" y="222746"/>
                  <a:pt x="176813" y="222746"/>
                </a:cubicBezTo>
                <a:cubicBezTo>
                  <a:pt x="178942" y="222746"/>
                  <a:pt x="181111" y="222255"/>
                  <a:pt x="183036" y="221354"/>
                </a:cubicBezTo>
                <a:lnTo>
                  <a:pt x="190609" y="217792"/>
                </a:lnTo>
                <a:cubicBezTo>
                  <a:pt x="218202" y="204815"/>
                  <a:pt x="235805" y="177099"/>
                  <a:pt x="235805" y="146641"/>
                </a:cubicBezTo>
                <a:lnTo>
                  <a:pt x="235805" y="133909"/>
                </a:lnTo>
                <a:cubicBezTo>
                  <a:pt x="235805" y="128260"/>
                  <a:pt x="232203" y="123266"/>
                  <a:pt x="226840" y="121464"/>
                </a:cubicBezTo>
                <a:lnTo>
                  <a:pt x="180989" y="106194"/>
                </a:lnTo>
                <a:cubicBezTo>
                  <a:pt x="178287" y="105294"/>
                  <a:pt x="175380" y="105294"/>
                  <a:pt x="172719" y="106194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5" name="Text 13"/>
          <p:cNvSpPr/>
          <p:nvPr/>
        </p:nvSpPr>
        <p:spPr>
          <a:xfrm>
            <a:off x="1222693" y="3991876"/>
            <a:ext cx="6567610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User Dilemma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2693" y="4376042"/>
            <a:ext cx="6541410" cy="515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often lack the 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64FFDA"/>
                </a:solidFill>
                <a:highlight>
                  <a:srgbClr val="64FFDA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expertise 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judge if a link is safe before clicking. This knowledge gap creates a critical vulnerability in the security chain, making users easy targets.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2834" y="5154527"/>
            <a:ext cx="7535285" cy="1317015"/>
          </a:xfrm>
          <a:custGeom>
            <a:avLst/>
            <a:gdLst/>
            <a:ahLst/>
            <a:cxnLst/>
            <a:rect l="l" t="t" r="r" b="b"/>
            <a:pathLst>
              <a:path w="7535285" h="1317015">
                <a:moveTo>
                  <a:pt x="104808" y="0"/>
                </a:moveTo>
                <a:lnTo>
                  <a:pt x="7430477" y="0"/>
                </a:lnTo>
                <a:cubicBezTo>
                  <a:pt x="7488361" y="0"/>
                  <a:pt x="7535285" y="46924"/>
                  <a:pt x="7535285" y="104808"/>
                </a:cubicBezTo>
                <a:lnTo>
                  <a:pt x="7535285" y="1212207"/>
                </a:lnTo>
                <a:cubicBezTo>
                  <a:pt x="7535285" y="1270091"/>
                  <a:pt x="7488361" y="1317015"/>
                  <a:pt x="7430477" y="1317015"/>
                </a:cubicBezTo>
                <a:lnTo>
                  <a:pt x="104808" y="1317015"/>
                </a:lnTo>
                <a:cubicBezTo>
                  <a:pt x="46924" y="1317015"/>
                  <a:pt x="0" y="1270091"/>
                  <a:pt x="0" y="1212207"/>
                </a:cubicBezTo>
                <a:lnTo>
                  <a:pt x="0" y="104808"/>
                </a:lnTo>
                <a:cubicBezTo>
                  <a:pt x="0" y="46963"/>
                  <a:pt x="46963" y="0"/>
                  <a:pt x="104808" y="0"/>
                </a:cubicBezTo>
                <a:close/>
              </a:path>
            </a:pathLst>
          </a:custGeom>
          <a:gradFill rotWithShape="1" flip="none">
            <a:gsLst>
              <a:gs pos="0">
                <a:srgbClr val="64FFDA">
                  <a:alpha val="20000"/>
                </a:srgbClr>
              </a:gs>
              <a:gs pos="100000">
                <a:srgbClr val="112240"/>
              </a:gs>
            </a:gsLst>
            <a:lin ang="0" scaled="1"/>
          </a:gradFill>
          <a:ln w="1016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932" y="5367625"/>
            <a:ext cx="489077" cy="489077"/>
          </a:xfrm>
          <a:custGeom>
            <a:avLst/>
            <a:gdLst/>
            <a:ahLst/>
            <a:cxnLst/>
            <a:rect l="l" t="t" r="r" b="b"/>
            <a:pathLst>
              <a:path w="489077" h="489077">
                <a:moveTo>
                  <a:pt x="244539" y="0"/>
                </a:moveTo>
                <a:lnTo>
                  <a:pt x="244539" y="0"/>
                </a:lnTo>
                <a:cubicBezTo>
                  <a:pt x="379594" y="0"/>
                  <a:pt x="489077" y="109484"/>
                  <a:pt x="489077" y="244539"/>
                </a:cubicBezTo>
                <a:lnTo>
                  <a:pt x="489077" y="244539"/>
                </a:lnTo>
                <a:cubicBezTo>
                  <a:pt x="489077" y="379594"/>
                  <a:pt x="379594" y="489077"/>
                  <a:pt x="244539" y="489077"/>
                </a:cubicBezTo>
                <a:lnTo>
                  <a:pt x="244539" y="489077"/>
                </a:lnTo>
                <a:cubicBezTo>
                  <a:pt x="109484" y="489077"/>
                  <a:pt x="0" y="379594"/>
                  <a:pt x="0" y="244539"/>
                </a:cubicBezTo>
                <a:lnTo>
                  <a:pt x="0" y="244539"/>
                </a:lnTo>
                <a:cubicBezTo>
                  <a:pt x="0" y="109484"/>
                  <a:pt x="109484" y="0"/>
                  <a:pt x="244539" y="0"/>
                </a:cubicBezTo>
                <a:close/>
              </a:path>
            </a:pathLst>
          </a:custGeom>
          <a:solidFill>
            <a:srgbClr val="64FFDA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05669" y="5507361"/>
            <a:ext cx="209605" cy="209605"/>
          </a:xfrm>
          <a:custGeom>
            <a:avLst/>
            <a:gdLst/>
            <a:ahLst/>
            <a:cxnLst/>
            <a:rect l="l" t="t" r="r" b="b"/>
            <a:pathLst>
              <a:path w="209605" h="209605">
                <a:moveTo>
                  <a:pt x="183404" y="104802"/>
                </a:moveTo>
                <a:cubicBezTo>
                  <a:pt x="183404" y="61421"/>
                  <a:pt x="148184" y="26201"/>
                  <a:pt x="104802" y="26201"/>
                </a:cubicBezTo>
                <a:cubicBezTo>
                  <a:pt x="61421" y="26201"/>
                  <a:pt x="26201" y="61421"/>
                  <a:pt x="26201" y="104802"/>
                </a:cubicBezTo>
                <a:cubicBezTo>
                  <a:pt x="26201" y="148184"/>
                  <a:pt x="61421" y="183404"/>
                  <a:pt x="104802" y="183404"/>
                </a:cubicBezTo>
                <a:cubicBezTo>
                  <a:pt x="148184" y="183404"/>
                  <a:pt x="183404" y="148184"/>
                  <a:pt x="183404" y="104802"/>
                </a:cubicBezTo>
                <a:close/>
                <a:moveTo>
                  <a:pt x="0" y="104802"/>
                </a:moveTo>
                <a:cubicBezTo>
                  <a:pt x="0" y="46960"/>
                  <a:pt x="46960" y="0"/>
                  <a:pt x="104802" y="0"/>
                </a:cubicBezTo>
                <a:cubicBezTo>
                  <a:pt x="162644" y="0"/>
                  <a:pt x="209605" y="46960"/>
                  <a:pt x="209605" y="104802"/>
                </a:cubicBezTo>
                <a:cubicBezTo>
                  <a:pt x="209605" y="162644"/>
                  <a:pt x="162644" y="209605"/>
                  <a:pt x="104802" y="209605"/>
                </a:cubicBezTo>
                <a:cubicBezTo>
                  <a:pt x="46960" y="209605"/>
                  <a:pt x="0" y="162644"/>
                  <a:pt x="0" y="104802"/>
                </a:cubicBezTo>
                <a:close/>
                <a:moveTo>
                  <a:pt x="104802" y="137553"/>
                </a:moveTo>
                <a:cubicBezTo>
                  <a:pt x="122878" y="137553"/>
                  <a:pt x="137553" y="122878"/>
                  <a:pt x="137553" y="104802"/>
                </a:cubicBezTo>
                <a:cubicBezTo>
                  <a:pt x="137553" y="86727"/>
                  <a:pt x="122878" y="72052"/>
                  <a:pt x="104802" y="72052"/>
                </a:cubicBezTo>
                <a:cubicBezTo>
                  <a:pt x="86727" y="72052"/>
                  <a:pt x="72052" y="86727"/>
                  <a:pt x="72052" y="104802"/>
                </a:cubicBezTo>
                <a:cubicBezTo>
                  <a:pt x="72052" y="122878"/>
                  <a:pt x="86727" y="137553"/>
                  <a:pt x="104802" y="137553"/>
                </a:cubicBezTo>
                <a:close/>
                <a:moveTo>
                  <a:pt x="104802" y="45851"/>
                </a:moveTo>
                <a:cubicBezTo>
                  <a:pt x="137338" y="45851"/>
                  <a:pt x="163754" y="72266"/>
                  <a:pt x="163754" y="104802"/>
                </a:cubicBezTo>
                <a:cubicBezTo>
                  <a:pt x="163754" y="137338"/>
                  <a:pt x="137338" y="163754"/>
                  <a:pt x="104802" y="163754"/>
                </a:cubicBezTo>
                <a:cubicBezTo>
                  <a:pt x="72266" y="163754"/>
                  <a:pt x="45851" y="137338"/>
                  <a:pt x="45851" y="104802"/>
                </a:cubicBezTo>
                <a:cubicBezTo>
                  <a:pt x="45851" y="72266"/>
                  <a:pt x="72266" y="45851"/>
                  <a:pt x="104802" y="45851"/>
                </a:cubicBezTo>
                <a:close/>
                <a:moveTo>
                  <a:pt x="91702" y="104802"/>
                </a:moveTo>
                <a:cubicBezTo>
                  <a:pt x="91702" y="97572"/>
                  <a:pt x="97572" y="91702"/>
                  <a:pt x="104802" y="91702"/>
                </a:cubicBezTo>
                <a:cubicBezTo>
                  <a:pt x="112033" y="91702"/>
                  <a:pt x="117903" y="97572"/>
                  <a:pt x="117903" y="104802"/>
                </a:cubicBezTo>
                <a:cubicBezTo>
                  <a:pt x="117903" y="112033"/>
                  <a:pt x="112033" y="117903"/>
                  <a:pt x="104802" y="117903"/>
                </a:cubicBezTo>
                <a:cubicBezTo>
                  <a:pt x="97572" y="117903"/>
                  <a:pt x="91702" y="112033"/>
                  <a:pt x="91702" y="104802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0" name="Text 18"/>
          <p:cNvSpPr/>
          <p:nvPr/>
        </p:nvSpPr>
        <p:spPr>
          <a:xfrm>
            <a:off x="1194746" y="5367625"/>
            <a:ext cx="6585077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Goal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94746" y="5751791"/>
            <a:ext cx="6558877" cy="515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a 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64FFDA"/>
                </a:solidFill>
                <a:highlight>
                  <a:srgbClr val="64FFDA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dual-layered approach to security 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fits into any workflow—protecting users without disrupting their browsing experience.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70649" y="349341"/>
            <a:ext cx="3668080" cy="4777238"/>
          </a:xfrm>
          <a:custGeom>
            <a:avLst/>
            <a:gdLst/>
            <a:ahLst/>
            <a:cxnLst/>
            <a:rect l="l" t="t" r="r" b="b"/>
            <a:pathLst>
              <a:path w="3668080" h="4777238">
                <a:moveTo>
                  <a:pt x="104797" y="0"/>
                </a:moveTo>
                <a:lnTo>
                  <a:pt x="3563283" y="0"/>
                </a:lnTo>
                <a:cubicBezTo>
                  <a:pt x="3621161" y="0"/>
                  <a:pt x="3668080" y="46919"/>
                  <a:pt x="3668080" y="104797"/>
                </a:cubicBezTo>
                <a:lnTo>
                  <a:pt x="3668080" y="4672441"/>
                </a:lnTo>
                <a:cubicBezTo>
                  <a:pt x="3668080" y="4730319"/>
                  <a:pt x="3621161" y="4777238"/>
                  <a:pt x="3563283" y="4777238"/>
                </a:cubicBezTo>
                <a:lnTo>
                  <a:pt x="104797" y="4777238"/>
                </a:lnTo>
                <a:cubicBezTo>
                  <a:pt x="46919" y="4777238"/>
                  <a:pt x="0" y="4730319"/>
                  <a:pt x="0" y="4672441"/>
                </a:cubicBezTo>
                <a:lnTo>
                  <a:pt x="0" y="104797"/>
                </a:lnTo>
                <a:cubicBezTo>
                  <a:pt x="0" y="46919"/>
                  <a:pt x="46919" y="0"/>
                  <a:pt x="104797" y="0"/>
                </a:cubicBezTo>
                <a:close/>
              </a:path>
            </a:pathLst>
          </a:custGeom>
          <a:solidFill>
            <a:srgbClr val="112240"/>
          </a:solidFill>
          <a:ln/>
        </p:spPr>
      </p:sp>
      <p:sp>
        <p:nvSpPr>
          <p:cNvPr id="23" name="Text 21"/>
          <p:cNvSpPr/>
          <p:nvPr/>
        </p:nvSpPr>
        <p:spPr>
          <a:xfrm>
            <a:off x="8336586" y="558946"/>
            <a:ext cx="3336206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Landscape</a:t>
            </a:r>
            <a:endParaRPr lang="en-US" sz="1600" dirty="0"/>
          </a:p>
        </p:txBody>
      </p:sp>
      <p:pic>
        <p:nvPicPr>
          <p:cNvPr id="24" name="Image 0" descr="https://kimi-img.moonshot.cn/pub/slides/26-02-25-16:11:30-d6fatcm4bbjln4kqkag0.png">    </p:cNvPr>
          <p:cNvPicPr>
            <a:picLocks noChangeAspect="1"/>
          </p:cNvPicPr>
          <p:nvPr/>
        </p:nvPicPr>
        <p:blipFill>
          <a:blip r:embed="rId1"/>
          <a:srcRect l="51" r="51" t="0" b="0"/>
          <a:stretch/>
        </p:blipFill>
        <p:spPr>
          <a:xfrm>
            <a:off x="8380253" y="943221"/>
            <a:ext cx="3248871" cy="3406074"/>
          </a:xfrm>
          <a:prstGeom prst="roundRect">
            <a:avLst>
              <a:gd name="adj" fmla="val 0"/>
            </a:avLst>
          </a:prstGeom>
        </p:spPr>
      </p:pic>
      <p:sp>
        <p:nvSpPr>
          <p:cNvPr id="25" name="Shape 22"/>
          <p:cNvSpPr/>
          <p:nvPr/>
        </p:nvSpPr>
        <p:spPr>
          <a:xfrm>
            <a:off x="8174142" y="5343171"/>
            <a:ext cx="3657600" cy="1159812"/>
          </a:xfrm>
          <a:custGeom>
            <a:avLst/>
            <a:gdLst/>
            <a:ahLst/>
            <a:cxnLst/>
            <a:rect l="l" t="t" r="r" b="b"/>
            <a:pathLst>
              <a:path w="3657600" h="1159812">
                <a:moveTo>
                  <a:pt x="104801" y="0"/>
                </a:moveTo>
                <a:lnTo>
                  <a:pt x="3552799" y="0"/>
                </a:lnTo>
                <a:cubicBezTo>
                  <a:pt x="3610679" y="0"/>
                  <a:pt x="3657600" y="46921"/>
                  <a:pt x="3657600" y="104801"/>
                </a:cubicBezTo>
                <a:lnTo>
                  <a:pt x="3657600" y="1055011"/>
                </a:lnTo>
                <a:cubicBezTo>
                  <a:pt x="3657600" y="1112891"/>
                  <a:pt x="3610679" y="1159812"/>
                  <a:pt x="3552799" y="1159812"/>
                </a:cubicBezTo>
                <a:lnTo>
                  <a:pt x="104801" y="1159812"/>
                </a:lnTo>
                <a:cubicBezTo>
                  <a:pt x="46921" y="1159812"/>
                  <a:pt x="0" y="1112891"/>
                  <a:pt x="0" y="1055011"/>
                </a:cubicBezTo>
                <a:lnTo>
                  <a:pt x="0" y="104801"/>
                </a:lnTo>
                <a:cubicBezTo>
                  <a:pt x="0" y="46960"/>
                  <a:pt x="46960" y="0"/>
                  <a:pt x="104801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1016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78507" y="5538801"/>
            <a:ext cx="209605" cy="209605"/>
          </a:xfrm>
          <a:custGeom>
            <a:avLst/>
            <a:gdLst/>
            <a:ahLst/>
            <a:cxnLst/>
            <a:rect l="l" t="t" r="r" b="b"/>
            <a:pathLst>
              <a:path w="209605" h="209605">
                <a:moveTo>
                  <a:pt x="26201" y="26201"/>
                </a:moveTo>
                <a:cubicBezTo>
                  <a:pt x="26201" y="18954"/>
                  <a:pt x="20346" y="13100"/>
                  <a:pt x="13100" y="13100"/>
                </a:cubicBezTo>
                <a:cubicBezTo>
                  <a:pt x="5854" y="13100"/>
                  <a:pt x="0" y="18954"/>
                  <a:pt x="0" y="26201"/>
                </a:cubicBezTo>
                <a:lnTo>
                  <a:pt x="0" y="163754"/>
                </a:lnTo>
                <a:cubicBezTo>
                  <a:pt x="0" y="181848"/>
                  <a:pt x="14656" y="196504"/>
                  <a:pt x="32751" y="196504"/>
                </a:cubicBezTo>
                <a:lnTo>
                  <a:pt x="196504" y="196504"/>
                </a:lnTo>
                <a:cubicBezTo>
                  <a:pt x="203750" y="196504"/>
                  <a:pt x="209605" y="190650"/>
                  <a:pt x="209605" y="183404"/>
                </a:cubicBezTo>
                <a:cubicBezTo>
                  <a:pt x="209605" y="176158"/>
                  <a:pt x="203750" y="170304"/>
                  <a:pt x="196504" y="170304"/>
                </a:cubicBezTo>
                <a:lnTo>
                  <a:pt x="32751" y="170304"/>
                </a:lnTo>
                <a:cubicBezTo>
                  <a:pt x="29148" y="170304"/>
                  <a:pt x="26201" y="167356"/>
                  <a:pt x="26201" y="163754"/>
                </a:cubicBezTo>
                <a:lnTo>
                  <a:pt x="26201" y="26201"/>
                </a:lnTo>
                <a:close/>
                <a:moveTo>
                  <a:pt x="192656" y="61653"/>
                </a:moveTo>
                <a:cubicBezTo>
                  <a:pt x="197773" y="56536"/>
                  <a:pt x="197773" y="48225"/>
                  <a:pt x="192656" y="43108"/>
                </a:cubicBezTo>
                <a:cubicBezTo>
                  <a:pt x="187539" y="37991"/>
                  <a:pt x="179228" y="37991"/>
                  <a:pt x="174111" y="43108"/>
                </a:cubicBezTo>
                <a:lnTo>
                  <a:pt x="131003" y="86257"/>
                </a:lnTo>
                <a:lnTo>
                  <a:pt x="107504" y="62799"/>
                </a:lnTo>
                <a:cubicBezTo>
                  <a:pt x="102387" y="57682"/>
                  <a:pt x="94076" y="57682"/>
                  <a:pt x="88959" y="62799"/>
                </a:cubicBezTo>
                <a:lnTo>
                  <a:pt x="49658" y="102100"/>
                </a:lnTo>
                <a:cubicBezTo>
                  <a:pt x="44541" y="107218"/>
                  <a:pt x="44541" y="115528"/>
                  <a:pt x="49658" y="120645"/>
                </a:cubicBezTo>
                <a:cubicBezTo>
                  <a:pt x="54776" y="125763"/>
                  <a:pt x="63086" y="125763"/>
                  <a:pt x="68203" y="120645"/>
                </a:cubicBezTo>
                <a:lnTo>
                  <a:pt x="98252" y="90597"/>
                </a:lnTo>
                <a:lnTo>
                  <a:pt x="121751" y="114095"/>
                </a:lnTo>
                <a:cubicBezTo>
                  <a:pt x="126868" y="119213"/>
                  <a:pt x="135179" y="119213"/>
                  <a:pt x="140296" y="114095"/>
                </a:cubicBezTo>
                <a:lnTo>
                  <a:pt x="192697" y="61694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7" name="Text 24"/>
          <p:cNvSpPr/>
          <p:nvPr/>
        </p:nvSpPr>
        <p:spPr>
          <a:xfrm>
            <a:off x="8719114" y="5521334"/>
            <a:ext cx="724883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352306" y="5870675"/>
            <a:ext cx="3371140" cy="45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Phishing attacks increased by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61%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2024, with average cost per breach reaching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$4.45M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DUAL-PLATFORM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Suraksha Feature Access Methods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7950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" name="Shape 3"/>
          <p:cNvSpPr/>
          <p:nvPr/>
        </p:nvSpPr>
        <p:spPr>
          <a:xfrm>
            <a:off x="584200" y="4362451"/>
            <a:ext cx="5119688" cy="825500"/>
          </a:xfrm>
          <a:custGeom>
            <a:avLst/>
            <a:gdLst/>
            <a:ahLst/>
            <a:cxnLst/>
            <a:rect l="l" t="t" r="r" b="b"/>
            <a:pathLst>
              <a:path w="5119688" h="825500">
                <a:moveTo>
                  <a:pt x="95246" y="0"/>
                </a:moveTo>
                <a:lnTo>
                  <a:pt x="5024441" y="0"/>
                </a:lnTo>
                <a:cubicBezTo>
                  <a:pt x="5077044" y="0"/>
                  <a:pt x="5119688" y="42643"/>
                  <a:pt x="5119688" y="95246"/>
                </a:cubicBezTo>
                <a:lnTo>
                  <a:pt x="5119688" y="730254"/>
                </a:lnTo>
                <a:cubicBezTo>
                  <a:pt x="5119688" y="782857"/>
                  <a:pt x="5077044" y="825500"/>
                  <a:pt x="5024441" y="825500"/>
                </a:cubicBezTo>
                <a:lnTo>
                  <a:pt x="95246" y="825500"/>
                </a:lnTo>
                <a:cubicBezTo>
                  <a:pt x="42643" y="825500"/>
                  <a:pt x="0" y="782857"/>
                  <a:pt x="0" y="7302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6" name="Shape 4"/>
          <p:cNvSpPr/>
          <p:nvPr/>
        </p:nvSpPr>
        <p:spPr>
          <a:xfrm>
            <a:off x="584200" y="5381626"/>
            <a:ext cx="5119688" cy="6350"/>
          </a:xfrm>
          <a:custGeom>
            <a:avLst/>
            <a:gdLst/>
            <a:ahLst/>
            <a:cxnLst/>
            <a:rect l="l" t="t" r="r" b="b"/>
            <a:pathLst>
              <a:path w="5119688" h="6350">
                <a:moveTo>
                  <a:pt x="0" y="0"/>
                </a:moveTo>
                <a:lnTo>
                  <a:pt x="5119688" y="0"/>
                </a:lnTo>
                <a:lnTo>
                  <a:pt x="5119688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29350" y="1371600"/>
            <a:ext cx="5640387" cy="4687888"/>
          </a:xfrm>
          <a:custGeom>
            <a:avLst/>
            <a:gdLst/>
            <a:ahLst/>
            <a:cxnLst/>
            <a:rect l="l" t="t" r="r" b="b"/>
            <a:pathLst>
              <a:path w="5640387" h="4687888">
                <a:moveTo>
                  <a:pt x="126995" y="0"/>
                </a:moveTo>
                <a:lnTo>
                  <a:pt x="5513393" y="0"/>
                </a:lnTo>
                <a:cubicBezTo>
                  <a:pt x="5583530" y="0"/>
                  <a:pt x="5640387" y="56858"/>
                  <a:pt x="5640387" y="126995"/>
                </a:cubicBezTo>
                <a:lnTo>
                  <a:pt x="5640387" y="4560893"/>
                </a:lnTo>
                <a:cubicBezTo>
                  <a:pt x="5640387" y="4631030"/>
                  <a:pt x="5583530" y="4687888"/>
                  <a:pt x="5513393" y="4687888"/>
                </a:cubicBezTo>
                <a:lnTo>
                  <a:pt x="126995" y="4687888"/>
                </a:lnTo>
                <a:cubicBezTo>
                  <a:pt x="56858" y="4687887"/>
                  <a:pt x="0" y="4631030"/>
                  <a:pt x="0" y="4560893"/>
                </a:cubicBezTo>
                <a:lnTo>
                  <a:pt x="0" y="126995"/>
                </a:lnTo>
                <a:cubicBezTo>
                  <a:pt x="0" y="56904"/>
                  <a:pt x="56904" y="0"/>
                  <a:pt x="126995" y="0"/>
                </a:cubicBezTo>
                <a:close/>
              </a:path>
            </a:pathLst>
          </a:custGeom>
          <a:gradFill rotWithShape="1" flip="none">
            <a:gsLst>
              <a:gs pos="0">
                <a:srgbClr val="112240"/>
              </a:gs>
              <a:gs pos="100000">
                <a:srgbClr val="0A192F"/>
              </a:gs>
            </a:gsLst>
            <a:lin ang="2700000" scaled="1"/>
          </a:gradFill>
          <a:ln w="2032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89700" y="1631951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27000" y="0"/>
                </a:moveTo>
                <a:lnTo>
                  <a:pt x="508000" y="0"/>
                </a:lnTo>
                <a:cubicBezTo>
                  <a:pt x="578093" y="0"/>
                  <a:pt x="635000" y="56907"/>
                  <a:pt x="635000" y="127000"/>
                </a:cubicBezTo>
                <a:lnTo>
                  <a:pt x="635000" y="508000"/>
                </a:lnTo>
                <a:cubicBezTo>
                  <a:pt x="635000" y="578093"/>
                  <a:pt x="578093" y="635000"/>
                  <a:pt x="508000" y="635000"/>
                </a:cubicBezTo>
                <a:lnTo>
                  <a:pt x="127000" y="635000"/>
                </a:lnTo>
                <a:cubicBezTo>
                  <a:pt x="56907" y="635000"/>
                  <a:pt x="0" y="578093"/>
                  <a:pt x="0" y="508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64325" y="180657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0"/>
                </a:moveTo>
                <a:cubicBezTo>
                  <a:pt x="144717" y="0"/>
                  <a:pt x="160734" y="11999"/>
                  <a:pt x="160734" y="26789"/>
                </a:cubicBezTo>
                <a:cubicBezTo>
                  <a:pt x="160734" y="32593"/>
                  <a:pt x="158279" y="37951"/>
                  <a:pt x="154037" y="42360"/>
                </a:cubicBezTo>
                <a:cubicBezTo>
                  <a:pt x="150354" y="46211"/>
                  <a:pt x="147340" y="50899"/>
                  <a:pt x="147340" y="56257"/>
                </a:cubicBezTo>
                <a:cubicBezTo>
                  <a:pt x="147340" y="64629"/>
                  <a:pt x="154149" y="71438"/>
                  <a:pt x="162520" y="71438"/>
                </a:cubicBezTo>
                <a:lnTo>
                  <a:pt x="187523" y="71438"/>
                </a:lnTo>
                <a:cubicBezTo>
                  <a:pt x="202313" y="71438"/>
                  <a:pt x="214313" y="83437"/>
                  <a:pt x="214313" y="98227"/>
                </a:cubicBezTo>
                <a:lnTo>
                  <a:pt x="214313" y="123230"/>
                </a:lnTo>
                <a:cubicBezTo>
                  <a:pt x="214313" y="131601"/>
                  <a:pt x="221121" y="138410"/>
                  <a:pt x="229493" y="138410"/>
                </a:cubicBezTo>
                <a:cubicBezTo>
                  <a:pt x="234795" y="138410"/>
                  <a:pt x="239539" y="135396"/>
                  <a:pt x="243390" y="131713"/>
                </a:cubicBezTo>
                <a:cubicBezTo>
                  <a:pt x="247799" y="127527"/>
                  <a:pt x="253157" y="125016"/>
                  <a:pt x="258961" y="125016"/>
                </a:cubicBezTo>
                <a:cubicBezTo>
                  <a:pt x="273751" y="125016"/>
                  <a:pt x="285750" y="141033"/>
                  <a:pt x="285750" y="160734"/>
                </a:cubicBezTo>
                <a:cubicBezTo>
                  <a:pt x="285750" y="180435"/>
                  <a:pt x="273751" y="196453"/>
                  <a:pt x="258961" y="196453"/>
                </a:cubicBezTo>
                <a:cubicBezTo>
                  <a:pt x="253157" y="196453"/>
                  <a:pt x="247743" y="193997"/>
                  <a:pt x="243390" y="189756"/>
                </a:cubicBezTo>
                <a:cubicBezTo>
                  <a:pt x="239539" y="186072"/>
                  <a:pt x="234851" y="183059"/>
                  <a:pt x="229493" y="183059"/>
                </a:cubicBezTo>
                <a:cubicBezTo>
                  <a:pt x="221121" y="183059"/>
                  <a:pt x="214313" y="189867"/>
                  <a:pt x="214313" y="198239"/>
                </a:cubicBezTo>
                <a:lnTo>
                  <a:pt x="214313" y="258961"/>
                </a:lnTo>
                <a:cubicBezTo>
                  <a:pt x="214313" y="273751"/>
                  <a:pt x="202313" y="285750"/>
                  <a:pt x="187523" y="285750"/>
                </a:cubicBezTo>
                <a:lnTo>
                  <a:pt x="155823" y="285750"/>
                </a:lnTo>
                <a:cubicBezTo>
                  <a:pt x="148679" y="285750"/>
                  <a:pt x="142875" y="279946"/>
                  <a:pt x="142875" y="272802"/>
                </a:cubicBezTo>
                <a:cubicBezTo>
                  <a:pt x="142875" y="267667"/>
                  <a:pt x="146112" y="263147"/>
                  <a:pt x="150242" y="260077"/>
                </a:cubicBezTo>
                <a:cubicBezTo>
                  <a:pt x="156716" y="255222"/>
                  <a:pt x="160734" y="248524"/>
                  <a:pt x="160734" y="241102"/>
                </a:cubicBezTo>
                <a:cubicBezTo>
                  <a:pt x="160734" y="226312"/>
                  <a:pt x="144717" y="214313"/>
                  <a:pt x="125016" y="214313"/>
                </a:cubicBezTo>
                <a:cubicBezTo>
                  <a:pt x="105315" y="214313"/>
                  <a:pt x="89297" y="226312"/>
                  <a:pt x="89297" y="241102"/>
                </a:cubicBezTo>
                <a:cubicBezTo>
                  <a:pt x="89297" y="248524"/>
                  <a:pt x="93315" y="255222"/>
                  <a:pt x="99789" y="260077"/>
                </a:cubicBezTo>
                <a:cubicBezTo>
                  <a:pt x="103919" y="263147"/>
                  <a:pt x="107156" y="267612"/>
                  <a:pt x="107156" y="272802"/>
                </a:cubicBezTo>
                <a:cubicBezTo>
                  <a:pt x="107156" y="279946"/>
                  <a:pt x="101352" y="285750"/>
                  <a:pt x="94208" y="285750"/>
                </a:cubicBezTo>
                <a:lnTo>
                  <a:pt x="26789" y="285750"/>
                </a:lnTo>
                <a:cubicBezTo>
                  <a:pt x="11999" y="285750"/>
                  <a:pt x="0" y="273751"/>
                  <a:pt x="0" y="258961"/>
                </a:cubicBezTo>
                <a:lnTo>
                  <a:pt x="0" y="191542"/>
                </a:lnTo>
                <a:cubicBezTo>
                  <a:pt x="0" y="184398"/>
                  <a:pt x="5804" y="178594"/>
                  <a:pt x="12948" y="178594"/>
                </a:cubicBezTo>
                <a:cubicBezTo>
                  <a:pt x="18083" y="178594"/>
                  <a:pt x="22603" y="181831"/>
                  <a:pt x="25673" y="185961"/>
                </a:cubicBezTo>
                <a:cubicBezTo>
                  <a:pt x="30528" y="192435"/>
                  <a:pt x="37226" y="196453"/>
                  <a:pt x="44648" y="196453"/>
                </a:cubicBezTo>
                <a:cubicBezTo>
                  <a:pt x="59438" y="196453"/>
                  <a:pt x="71438" y="180435"/>
                  <a:pt x="71438" y="160734"/>
                </a:cubicBezTo>
                <a:cubicBezTo>
                  <a:pt x="71438" y="141033"/>
                  <a:pt x="59438" y="125016"/>
                  <a:pt x="44648" y="125016"/>
                </a:cubicBezTo>
                <a:cubicBezTo>
                  <a:pt x="37226" y="125016"/>
                  <a:pt x="30528" y="129034"/>
                  <a:pt x="25673" y="135508"/>
                </a:cubicBezTo>
                <a:cubicBezTo>
                  <a:pt x="22603" y="139638"/>
                  <a:pt x="18138" y="142875"/>
                  <a:pt x="12948" y="142875"/>
                </a:cubicBezTo>
                <a:cubicBezTo>
                  <a:pt x="5804" y="142875"/>
                  <a:pt x="0" y="137071"/>
                  <a:pt x="0" y="129927"/>
                </a:cubicBezTo>
                <a:lnTo>
                  <a:pt x="0" y="98227"/>
                </a:lnTo>
                <a:cubicBezTo>
                  <a:pt x="0" y="83437"/>
                  <a:pt x="11999" y="71438"/>
                  <a:pt x="26789" y="71438"/>
                </a:cubicBezTo>
                <a:lnTo>
                  <a:pt x="87511" y="71438"/>
                </a:lnTo>
                <a:cubicBezTo>
                  <a:pt x="95883" y="71438"/>
                  <a:pt x="102691" y="64629"/>
                  <a:pt x="102691" y="56257"/>
                </a:cubicBezTo>
                <a:cubicBezTo>
                  <a:pt x="102691" y="50955"/>
                  <a:pt x="99678" y="46211"/>
                  <a:pt x="95994" y="42360"/>
                </a:cubicBezTo>
                <a:cubicBezTo>
                  <a:pt x="91808" y="37951"/>
                  <a:pt x="89297" y="32593"/>
                  <a:pt x="89297" y="26789"/>
                </a:cubicBezTo>
                <a:cubicBezTo>
                  <a:pt x="89297" y="11999"/>
                  <a:pt x="105315" y="0"/>
                  <a:pt x="125016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0" name="Text 8"/>
          <p:cNvSpPr/>
          <p:nvPr/>
        </p:nvSpPr>
        <p:spPr>
          <a:xfrm>
            <a:off x="7251700" y="1679576"/>
            <a:ext cx="1603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Extension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51700" y="1997076"/>
            <a:ext cx="155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Integration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89700" y="2457451"/>
            <a:ext cx="5119688" cy="825500"/>
          </a:xfrm>
          <a:custGeom>
            <a:avLst/>
            <a:gdLst/>
            <a:ahLst/>
            <a:cxnLst/>
            <a:rect l="l" t="t" r="r" b="b"/>
            <a:pathLst>
              <a:path w="5119688" h="825500">
                <a:moveTo>
                  <a:pt x="95246" y="0"/>
                </a:moveTo>
                <a:lnTo>
                  <a:pt x="5024441" y="0"/>
                </a:lnTo>
                <a:cubicBezTo>
                  <a:pt x="5077044" y="0"/>
                  <a:pt x="5119688" y="42643"/>
                  <a:pt x="5119688" y="95246"/>
                </a:cubicBezTo>
                <a:lnTo>
                  <a:pt x="5119688" y="730254"/>
                </a:lnTo>
                <a:cubicBezTo>
                  <a:pt x="5119688" y="782857"/>
                  <a:pt x="5077044" y="825500"/>
                  <a:pt x="5024441" y="825500"/>
                </a:cubicBezTo>
                <a:lnTo>
                  <a:pt x="95246" y="825500"/>
                </a:lnTo>
                <a:cubicBezTo>
                  <a:pt x="42643" y="825500"/>
                  <a:pt x="0" y="782857"/>
                  <a:pt x="0" y="7302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13" name="Shape 11"/>
          <p:cNvSpPr/>
          <p:nvPr/>
        </p:nvSpPr>
        <p:spPr>
          <a:xfrm>
            <a:off x="6668294" y="264795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79375"/>
                </a:moveTo>
                <a:cubicBezTo>
                  <a:pt x="0" y="64926"/>
                  <a:pt x="3876" y="51346"/>
                  <a:pt x="10635" y="39408"/>
                </a:cubicBezTo>
                <a:lnTo>
                  <a:pt x="44679" y="98692"/>
                </a:lnTo>
                <a:cubicBezTo>
                  <a:pt x="51470" y="110846"/>
                  <a:pt x="64461" y="119062"/>
                  <a:pt x="79375" y="119062"/>
                </a:cubicBezTo>
                <a:cubicBezTo>
                  <a:pt x="83809" y="119062"/>
                  <a:pt x="87778" y="118349"/>
                  <a:pt x="92025" y="117016"/>
                </a:cubicBezTo>
                <a:lnTo>
                  <a:pt x="68368" y="158006"/>
                </a:lnTo>
                <a:cubicBezTo>
                  <a:pt x="29735" y="152642"/>
                  <a:pt x="0" y="119466"/>
                  <a:pt x="0" y="79375"/>
                </a:cubicBezTo>
                <a:close/>
                <a:moveTo>
                  <a:pt x="113202" y="99715"/>
                </a:moveTo>
                <a:cubicBezTo>
                  <a:pt x="117016" y="93762"/>
                  <a:pt x="119062" y="86537"/>
                  <a:pt x="119062" y="79375"/>
                </a:cubicBezTo>
                <a:cubicBezTo>
                  <a:pt x="119062" y="67531"/>
                  <a:pt x="113854" y="56896"/>
                  <a:pt x="105637" y="49609"/>
                </a:cubicBezTo>
                <a:lnTo>
                  <a:pt x="152983" y="49609"/>
                </a:lnTo>
                <a:cubicBezTo>
                  <a:pt x="156704" y="58787"/>
                  <a:pt x="158750" y="68864"/>
                  <a:pt x="158750" y="79375"/>
                </a:cubicBezTo>
                <a:cubicBezTo>
                  <a:pt x="158750" y="123217"/>
                  <a:pt x="123217" y="158471"/>
                  <a:pt x="79375" y="158750"/>
                </a:cubicBezTo>
                <a:lnTo>
                  <a:pt x="113202" y="99715"/>
                </a:lnTo>
                <a:close/>
                <a:moveTo>
                  <a:pt x="148146" y="39688"/>
                </a:moveTo>
                <a:lnTo>
                  <a:pt x="79375" y="39688"/>
                </a:lnTo>
                <a:cubicBezTo>
                  <a:pt x="59872" y="39688"/>
                  <a:pt x="44121" y="53361"/>
                  <a:pt x="40463" y="71531"/>
                </a:cubicBezTo>
                <a:lnTo>
                  <a:pt x="16805" y="30541"/>
                </a:lnTo>
                <a:cubicBezTo>
                  <a:pt x="31316" y="11937"/>
                  <a:pt x="53950" y="0"/>
                  <a:pt x="79375" y="0"/>
                </a:cubicBezTo>
                <a:cubicBezTo>
                  <a:pt x="108769" y="0"/>
                  <a:pt x="134410" y="15968"/>
                  <a:pt x="148146" y="39688"/>
                </a:cubicBezTo>
                <a:close/>
                <a:moveTo>
                  <a:pt x="106660" y="79375"/>
                </a:moveTo>
                <a:cubicBezTo>
                  <a:pt x="106660" y="94434"/>
                  <a:pt x="94434" y="106660"/>
                  <a:pt x="79375" y="106660"/>
                </a:cubicBezTo>
                <a:cubicBezTo>
                  <a:pt x="64316" y="106660"/>
                  <a:pt x="52090" y="94434"/>
                  <a:pt x="52090" y="79375"/>
                </a:cubicBezTo>
                <a:cubicBezTo>
                  <a:pt x="52090" y="64316"/>
                  <a:pt x="64316" y="52090"/>
                  <a:pt x="79375" y="52090"/>
                </a:cubicBezTo>
                <a:cubicBezTo>
                  <a:pt x="94434" y="52090"/>
                  <a:pt x="106660" y="64316"/>
                  <a:pt x="106660" y="79375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4" name="Text 12"/>
          <p:cNvSpPr/>
          <p:nvPr/>
        </p:nvSpPr>
        <p:spPr>
          <a:xfrm>
            <a:off x="6942138" y="2616201"/>
            <a:ext cx="92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2450" y="2901951"/>
            <a:ext cx="4619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Chrome, Edge, and Firefox Web Stores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89700" y="3409951"/>
            <a:ext cx="5119688" cy="825500"/>
          </a:xfrm>
          <a:custGeom>
            <a:avLst/>
            <a:gdLst/>
            <a:ahLst/>
            <a:cxnLst/>
            <a:rect l="l" t="t" r="r" b="b"/>
            <a:pathLst>
              <a:path w="5119688" h="825500">
                <a:moveTo>
                  <a:pt x="95246" y="0"/>
                </a:moveTo>
                <a:lnTo>
                  <a:pt x="5024441" y="0"/>
                </a:lnTo>
                <a:cubicBezTo>
                  <a:pt x="5077044" y="0"/>
                  <a:pt x="5119688" y="42643"/>
                  <a:pt x="5119688" y="95246"/>
                </a:cubicBezTo>
                <a:lnTo>
                  <a:pt x="5119688" y="730254"/>
                </a:lnTo>
                <a:cubicBezTo>
                  <a:pt x="5119688" y="782857"/>
                  <a:pt x="5077044" y="825500"/>
                  <a:pt x="5024441" y="825500"/>
                </a:cubicBezTo>
                <a:lnTo>
                  <a:pt x="95246" y="825500"/>
                </a:lnTo>
                <a:cubicBezTo>
                  <a:pt x="42643" y="825500"/>
                  <a:pt x="0" y="782857"/>
                  <a:pt x="0" y="7302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17" name="Shape 15"/>
          <p:cNvSpPr/>
          <p:nvPr/>
        </p:nvSpPr>
        <p:spPr>
          <a:xfrm>
            <a:off x="6668294" y="360045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3558" y="3783"/>
                </a:moveTo>
                <a:lnTo>
                  <a:pt x="96211" y="31130"/>
                </a:lnTo>
                <a:lnTo>
                  <a:pt x="127620" y="62539"/>
                </a:lnTo>
                <a:lnTo>
                  <a:pt x="154967" y="35192"/>
                </a:lnTo>
                <a:cubicBezTo>
                  <a:pt x="157386" y="32742"/>
                  <a:pt x="158750" y="29456"/>
                  <a:pt x="158750" y="26045"/>
                </a:cubicBezTo>
                <a:cubicBezTo>
                  <a:pt x="158750" y="22634"/>
                  <a:pt x="157386" y="19348"/>
                  <a:pt x="154967" y="16898"/>
                </a:cubicBezTo>
                <a:lnTo>
                  <a:pt x="141852" y="3783"/>
                </a:lnTo>
                <a:cubicBezTo>
                  <a:pt x="139402" y="1364"/>
                  <a:pt x="136116" y="0"/>
                  <a:pt x="132705" y="0"/>
                </a:cubicBezTo>
                <a:cubicBezTo>
                  <a:pt x="129294" y="0"/>
                  <a:pt x="126008" y="1364"/>
                  <a:pt x="123558" y="3783"/>
                </a:cubicBezTo>
                <a:close/>
                <a:moveTo>
                  <a:pt x="85700" y="41641"/>
                </a:moveTo>
                <a:lnTo>
                  <a:pt x="3783" y="123558"/>
                </a:lnTo>
                <a:cubicBezTo>
                  <a:pt x="1364" y="126008"/>
                  <a:pt x="0" y="129294"/>
                  <a:pt x="0" y="132705"/>
                </a:cubicBezTo>
                <a:cubicBezTo>
                  <a:pt x="0" y="136116"/>
                  <a:pt x="1364" y="139402"/>
                  <a:pt x="3783" y="141852"/>
                </a:cubicBezTo>
                <a:lnTo>
                  <a:pt x="16898" y="154967"/>
                </a:lnTo>
                <a:cubicBezTo>
                  <a:pt x="19348" y="157386"/>
                  <a:pt x="22634" y="158750"/>
                  <a:pt x="26045" y="158750"/>
                </a:cubicBezTo>
                <a:cubicBezTo>
                  <a:pt x="29456" y="158750"/>
                  <a:pt x="32742" y="157386"/>
                  <a:pt x="35192" y="154967"/>
                </a:cubicBezTo>
                <a:lnTo>
                  <a:pt x="117109" y="73050"/>
                </a:lnTo>
                <a:lnTo>
                  <a:pt x="85700" y="41641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2138" y="3568701"/>
            <a:ext cx="9763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Designed for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2450" y="3854451"/>
            <a:ext cx="4619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64FFDA"/>
                </a:solidFill>
                <a:highlight>
                  <a:srgbClr val="64FFDA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Passive, automated 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89700" y="4362451"/>
            <a:ext cx="5119688" cy="825500"/>
          </a:xfrm>
          <a:custGeom>
            <a:avLst/>
            <a:gdLst/>
            <a:ahLst/>
            <a:cxnLst/>
            <a:rect l="l" t="t" r="r" b="b"/>
            <a:pathLst>
              <a:path w="5119688" h="825500">
                <a:moveTo>
                  <a:pt x="95246" y="0"/>
                </a:moveTo>
                <a:lnTo>
                  <a:pt x="5024441" y="0"/>
                </a:lnTo>
                <a:cubicBezTo>
                  <a:pt x="5077044" y="0"/>
                  <a:pt x="5119688" y="42643"/>
                  <a:pt x="5119688" y="95246"/>
                </a:cubicBezTo>
                <a:lnTo>
                  <a:pt x="5119688" y="730254"/>
                </a:lnTo>
                <a:cubicBezTo>
                  <a:pt x="5119688" y="782857"/>
                  <a:pt x="5077044" y="825500"/>
                  <a:pt x="5024441" y="825500"/>
                </a:cubicBezTo>
                <a:lnTo>
                  <a:pt x="95246" y="825500"/>
                </a:lnTo>
                <a:cubicBezTo>
                  <a:pt x="42643" y="825500"/>
                  <a:pt x="0" y="782857"/>
                  <a:pt x="0" y="7302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21" name="Shape 19"/>
          <p:cNvSpPr/>
          <p:nvPr/>
        </p:nvSpPr>
        <p:spPr>
          <a:xfrm>
            <a:off x="6648450" y="4552951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2" name="Text 20"/>
          <p:cNvSpPr/>
          <p:nvPr/>
        </p:nvSpPr>
        <p:spPr>
          <a:xfrm>
            <a:off x="6942138" y="4521201"/>
            <a:ext cx="857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Ideal Users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2450" y="4806951"/>
            <a:ext cx="4619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Busy professionals who want seamless background protection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89700" y="5381626"/>
            <a:ext cx="5119688" cy="6350"/>
          </a:xfrm>
          <a:custGeom>
            <a:avLst/>
            <a:gdLst/>
            <a:ahLst/>
            <a:cxnLst/>
            <a:rect l="l" t="t" r="r" b="b"/>
            <a:pathLst>
              <a:path w="5119688" h="6350">
                <a:moveTo>
                  <a:pt x="0" y="0"/>
                </a:moveTo>
                <a:lnTo>
                  <a:pt x="5119688" y="0"/>
                </a:lnTo>
                <a:lnTo>
                  <a:pt x="5119688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89700" y="5591176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6" name="Text 24"/>
          <p:cNvSpPr/>
          <p:nvPr/>
        </p:nvSpPr>
        <p:spPr>
          <a:xfrm>
            <a:off x="6823075" y="5575301"/>
            <a:ext cx="3135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Protection Type: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automated monitoring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0675" y="6257925"/>
            <a:ext cx="11547475" cy="561975"/>
          </a:xfrm>
          <a:custGeom>
            <a:avLst/>
            <a:gdLst/>
            <a:ahLst/>
            <a:cxnLst/>
            <a:rect l="l" t="t" r="r" b="b"/>
            <a:pathLst>
              <a:path w="11547475" h="561975">
                <a:moveTo>
                  <a:pt x="95249" y="0"/>
                </a:moveTo>
                <a:lnTo>
                  <a:pt x="11452226" y="0"/>
                </a:lnTo>
                <a:cubicBezTo>
                  <a:pt x="11504795" y="0"/>
                  <a:pt x="11547475" y="42680"/>
                  <a:pt x="11547475" y="95249"/>
                </a:cubicBezTo>
                <a:lnTo>
                  <a:pt x="11547475" y="466726"/>
                </a:lnTo>
                <a:cubicBezTo>
                  <a:pt x="11547475" y="519295"/>
                  <a:pt x="11504795" y="561975"/>
                  <a:pt x="11452226" y="561975"/>
                </a:cubicBezTo>
                <a:lnTo>
                  <a:pt x="95249" y="561975"/>
                </a:lnTo>
                <a:cubicBezTo>
                  <a:pt x="42680" y="561975"/>
                  <a:pt x="0" y="519295"/>
                  <a:pt x="0" y="466726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64FFDA">
              <a:alpha val="10196"/>
            </a:srgbClr>
          </a:solidFill>
          <a:ln w="1016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1495" y="6419850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136224" y="178594"/>
                </a:moveTo>
                <a:cubicBezTo>
                  <a:pt x="139619" y="168222"/>
                  <a:pt x="146410" y="158828"/>
                  <a:pt x="154084" y="150735"/>
                </a:cubicBezTo>
                <a:cubicBezTo>
                  <a:pt x="169292" y="134736"/>
                  <a:pt x="178594" y="113109"/>
                  <a:pt x="178594" y="89297"/>
                </a:cubicBezTo>
                <a:cubicBezTo>
                  <a:pt x="178594" y="39998"/>
                  <a:pt x="138596" y="0"/>
                  <a:pt x="89297" y="0"/>
                </a:cubicBezTo>
                <a:cubicBezTo>
                  <a:pt x="39998" y="0"/>
                  <a:pt x="0" y="39998"/>
                  <a:pt x="0" y="89297"/>
                </a:cubicBezTo>
                <a:cubicBezTo>
                  <a:pt x="0" y="113109"/>
                  <a:pt x="9302" y="134736"/>
                  <a:pt x="24510" y="150735"/>
                </a:cubicBezTo>
                <a:cubicBezTo>
                  <a:pt x="32184" y="158828"/>
                  <a:pt x="39021" y="168222"/>
                  <a:pt x="42370" y="178594"/>
                </a:cubicBezTo>
                <a:lnTo>
                  <a:pt x="136178" y="178594"/>
                </a:lnTo>
                <a:close/>
                <a:moveTo>
                  <a:pt x="133945" y="200918"/>
                </a:moveTo>
                <a:lnTo>
                  <a:pt x="44648" y="200918"/>
                </a:lnTo>
                <a:lnTo>
                  <a:pt x="44648" y="208359"/>
                </a:lnTo>
                <a:cubicBezTo>
                  <a:pt x="44648" y="228916"/>
                  <a:pt x="61299" y="245566"/>
                  <a:pt x="81855" y="245566"/>
                </a:cubicBezTo>
                <a:lnTo>
                  <a:pt x="96738" y="245566"/>
                </a:lnTo>
                <a:cubicBezTo>
                  <a:pt x="117295" y="245566"/>
                  <a:pt x="133945" y="228916"/>
                  <a:pt x="133945" y="208359"/>
                </a:cubicBezTo>
                <a:lnTo>
                  <a:pt x="133945" y="200918"/>
                </a:lnTo>
                <a:close/>
                <a:moveTo>
                  <a:pt x="85576" y="52090"/>
                </a:moveTo>
                <a:cubicBezTo>
                  <a:pt x="67066" y="52090"/>
                  <a:pt x="52090" y="67066"/>
                  <a:pt x="52090" y="85576"/>
                </a:cubicBezTo>
                <a:cubicBezTo>
                  <a:pt x="52090" y="91762"/>
                  <a:pt x="47113" y="96738"/>
                  <a:pt x="40928" y="96738"/>
                </a:cubicBezTo>
                <a:cubicBezTo>
                  <a:pt x="34742" y="96738"/>
                  <a:pt x="29766" y="91762"/>
                  <a:pt x="29766" y="85576"/>
                </a:cubicBezTo>
                <a:cubicBezTo>
                  <a:pt x="29766" y="54741"/>
                  <a:pt x="54741" y="29766"/>
                  <a:pt x="85576" y="29766"/>
                </a:cubicBezTo>
                <a:cubicBezTo>
                  <a:pt x="91762" y="29766"/>
                  <a:pt x="96738" y="34742"/>
                  <a:pt x="96738" y="40928"/>
                </a:cubicBezTo>
                <a:cubicBezTo>
                  <a:pt x="96738" y="47113"/>
                  <a:pt x="91762" y="52090"/>
                  <a:pt x="85576" y="5209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9" name="Text 27"/>
          <p:cNvSpPr/>
          <p:nvPr/>
        </p:nvSpPr>
        <p:spPr>
          <a:xfrm>
            <a:off x="1684635" y="6427788"/>
            <a:ext cx="932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Complementary Approach:</a:t>
            </a:r>
            <a:pPr>
              <a:lnSpc>
                <a:spcPct val="120000"/>
              </a:lnSpc>
            </a:pPr>
            <a:r>
              <a:rPr lang="en-US" sz="125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methods work together to provide comprehensive protection—choose based on your workflow needs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856" y="346856"/>
            <a:ext cx="11567659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spc="55" kern="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 PROTECTION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6856" y="624341"/>
            <a:ext cx="11654373" cy="34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Deep Dive – The Extension Experience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856" y="1109940"/>
            <a:ext cx="832455" cy="34686"/>
          </a:xfrm>
          <a:custGeom>
            <a:avLst/>
            <a:gdLst/>
            <a:ahLst/>
            <a:cxnLst/>
            <a:rect l="l" t="t" r="r" b="b"/>
            <a:pathLst>
              <a:path w="832455" h="34686">
                <a:moveTo>
                  <a:pt x="0" y="0"/>
                </a:moveTo>
                <a:lnTo>
                  <a:pt x="832455" y="0"/>
                </a:lnTo>
                <a:lnTo>
                  <a:pt x="832455" y="34686"/>
                </a:lnTo>
                <a:lnTo>
                  <a:pt x="0" y="34686"/>
                </a:lnTo>
                <a:lnTo>
                  <a:pt x="0" y="0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" name="Shape 3"/>
          <p:cNvSpPr/>
          <p:nvPr/>
        </p:nvSpPr>
        <p:spPr>
          <a:xfrm>
            <a:off x="364199" y="1352740"/>
            <a:ext cx="5627744" cy="1109940"/>
          </a:xfrm>
          <a:custGeom>
            <a:avLst/>
            <a:gdLst/>
            <a:ahLst/>
            <a:cxnLst/>
            <a:rect l="l" t="t" r="r" b="b"/>
            <a:pathLst>
              <a:path w="5627744" h="1109940">
                <a:moveTo>
                  <a:pt x="34686" y="0"/>
                </a:moveTo>
                <a:lnTo>
                  <a:pt x="5523687" y="0"/>
                </a:lnTo>
                <a:cubicBezTo>
                  <a:pt x="5581156" y="0"/>
                  <a:pt x="5627744" y="46588"/>
                  <a:pt x="5627744" y="104057"/>
                </a:cubicBezTo>
                <a:lnTo>
                  <a:pt x="5627744" y="1005883"/>
                </a:lnTo>
                <a:cubicBezTo>
                  <a:pt x="5627744" y="1063352"/>
                  <a:pt x="5581156" y="1109940"/>
                  <a:pt x="5523687" y="1109940"/>
                </a:cubicBezTo>
                <a:lnTo>
                  <a:pt x="34686" y="1109940"/>
                </a:lnTo>
                <a:cubicBezTo>
                  <a:pt x="15529" y="1109940"/>
                  <a:pt x="0" y="1094411"/>
                  <a:pt x="0" y="1075255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364199" y="1352740"/>
            <a:ext cx="34686" cy="1109940"/>
          </a:xfrm>
          <a:custGeom>
            <a:avLst/>
            <a:gdLst/>
            <a:ahLst/>
            <a:cxnLst/>
            <a:rect l="l" t="t" r="r" b="b"/>
            <a:pathLst>
              <a:path w="34686" h="1109940">
                <a:moveTo>
                  <a:pt x="34686" y="0"/>
                </a:moveTo>
                <a:lnTo>
                  <a:pt x="34686" y="0"/>
                </a:lnTo>
                <a:lnTo>
                  <a:pt x="34686" y="1109940"/>
                </a:lnTo>
                <a:lnTo>
                  <a:pt x="34686" y="1109940"/>
                </a:lnTo>
                <a:cubicBezTo>
                  <a:pt x="15529" y="1109940"/>
                  <a:pt x="0" y="1094411"/>
                  <a:pt x="0" y="1075255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7" name="Shape 5"/>
          <p:cNvSpPr/>
          <p:nvPr/>
        </p:nvSpPr>
        <p:spPr>
          <a:xfrm>
            <a:off x="554970" y="1526168"/>
            <a:ext cx="485599" cy="485599"/>
          </a:xfrm>
          <a:custGeom>
            <a:avLst/>
            <a:gdLst/>
            <a:ahLst/>
            <a:cxnLst/>
            <a:rect l="l" t="t" r="r" b="b"/>
            <a:pathLst>
              <a:path w="485599" h="485599">
                <a:moveTo>
                  <a:pt x="242799" y="0"/>
                </a:moveTo>
                <a:lnTo>
                  <a:pt x="242799" y="0"/>
                </a:lnTo>
                <a:cubicBezTo>
                  <a:pt x="376804" y="0"/>
                  <a:pt x="485599" y="108795"/>
                  <a:pt x="485599" y="242799"/>
                </a:cubicBezTo>
                <a:lnTo>
                  <a:pt x="485599" y="242799"/>
                </a:lnTo>
                <a:cubicBezTo>
                  <a:pt x="485599" y="376804"/>
                  <a:pt x="376804" y="485599"/>
                  <a:pt x="242799" y="485599"/>
                </a:cubicBezTo>
                <a:lnTo>
                  <a:pt x="242799" y="485599"/>
                </a:lnTo>
                <a:cubicBezTo>
                  <a:pt x="108795" y="485599"/>
                  <a:pt x="0" y="376804"/>
                  <a:pt x="0" y="242799"/>
                </a:cubicBezTo>
                <a:lnTo>
                  <a:pt x="0" y="242799"/>
                </a:lnTo>
                <a:cubicBezTo>
                  <a:pt x="0" y="108795"/>
                  <a:pt x="108795" y="0"/>
                  <a:pt x="242799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8" name="Shape 6"/>
          <p:cNvSpPr/>
          <p:nvPr/>
        </p:nvSpPr>
        <p:spPr>
          <a:xfrm>
            <a:off x="706720" y="1664910"/>
            <a:ext cx="182100" cy="208114"/>
          </a:xfrm>
          <a:custGeom>
            <a:avLst/>
            <a:gdLst/>
            <a:ahLst/>
            <a:cxnLst/>
            <a:rect l="l" t="t" r="r" b="b"/>
            <a:pathLst>
              <a:path w="182100" h="208114">
                <a:moveTo>
                  <a:pt x="104057" y="13007"/>
                </a:moveTo>
                <a:cubicBezTo>
                  <a:pt x="104057" y="5813"/>
                  <a:pt x="98244" y="0"/>
                  <a:pt x="91050" y="0"/>
                </a:cubicBezTo>
                <a:cubicBezTo>
                  <a:pt x="83855" y="0"/>
                  <a:pt x="78043" y="5813"/>
                  <a:pt x="78043" y="13007"/>
                </a:cubicBezTo>
                <a:lnTo>
                  <a:pt x="78043" y="98651"/>
                </a:lnTo>
                <a:lnTo>
                  <a:pt x="61215" y="81823"/>
                </a:lnTo>
                <a:cubicBezTo>
                  <a:pt x="56134" y="76742"/>
                  <a:pt x="47882" y="76742"/>
                  <a:pt x="42802" y="81823"/>
                </a:cubicBezTo>
                <a:cubicBezTo>
                  <a:pt x="37721" y="86904"/>
                  <a:pt x="37721" y="95155"/>
                  <a:pt x="42802" y="100236"/>
                </a:cubicBezTo>
                <a:lnTo>
                  <a:pt x="81823" y="139257"/>
                </a:lnTo>
                <a:cubicBezTo>
                  <a:pt x="86904" y="144338"/>
                  <a:pt x="95155" y="144338"/>
                  <a:pt x="100236" y="139257"/>
                </a:cubicBezTo>
                <a:lnTo>
                  <a:pt x="139257" y="100236"/>
                </a:lnTo>
                <a:cubicBezTo>
                  <a:pt x="144338" y="95155"/>
                  <a:pt x="144338" y="86904"/>
                  <a:pt x="139257" y="81823"/>
                </a:cubicBezTo>
                <a:cubicBezTo>
                  <a:pt x="134176" y="76742"/>
                  <a:pt x="125925" y="76742"/>
                  <a:pt x="120844" y="81823"/>
                </a:cubicBezTo>
                <a:lnTo>
                  <a:pt x="104057" y="98651"/>
                </a:lnTo>
                <a:lnTo>
                  <a:pt x="104057" y="13007"/>
                </a:lnTo>
                <a:close/>
                <a:moveTo>
                  <a:pt x="26014" y="130071"/>
                </a:moveTo>
                <a:cubicBezTo>
                  <a:pt x="11666" y="130071"/>
                  <a:pt x="0" y="141737"/>
                  <a:pt x="0" y="156085"/>
                </a:cubicBezTo>
                <a:lnTo>
                  <a:pt x="0" y="169092"/>
                </a:lnTo>
                <a:cubicBezTo>
                  <a:pt x="0" y="183441"/>
                  <a:pt x="11666" y="195107"/>
                  <a:pt x="26014" y="195107"/>
                </a:cubicBezTo>
                <a:lnTo>
                  <a:pt x="156085" y="195107"/>
                </a:lnTo>
                <a:cubicBezTo>
                  <a:pt x="170434" y="195107"/>
                  <a:pt x="182100" y="183441"/>
                  <a:pt x="182100" y="169092"/>
                </a:cubicBezTo>
                <a:lnTo>
                  <a:pt x="182100" y="156085"/>
                </a:lnTo>
                <a:cubicBezTo>
                  <a:pt x="182100" y="141737"/>
                  <a:pt x="170434" y="130071"/>
                  <a:pt x="156085" y="130071"/>
                </a:cubicBezTo>
                <a:lnTo>
                  <a:pt x="137022" y="130071"/>
                </a:lnTo>
                <a:lnTo>
                  <a:pt x="114015" y="153077"/>
                </a:lnTo>
                <a:cubicBezTo>
                  <a:pt x="101334" y="165759"/>
                  <a:pt x="80725" y="165759"/>
                  <a:pt x="68043" y="153077"/>
                </a:cubicBezTo>
                <a:lnTo>
                  <a:pt x="45078" y="130071"/>
                </a:lnTo>
                <a:lnTo>
                  <a:pt x="26014" y="130071"/>
                </a:lnTo>
                <a:close/>
                <a:moveTo>
                  <a:pt x="149582" y="152834"/>
                </a:moveTo>
                <a:cubicBezTo>
                  <a:pt x="154966" y="152834"/>
                  <a:pt x="159337" y="157205"/>
                  <a:pt x="159337" y="162589"/>
                </a:cubicBezTo>
                <a:cubicBezTo>
                  <a:pt x="159337" y="167973"/>
                  <a:pt x="154966" y="172344"/>
                  <a:pt x="149582" y="172344"/>
                </a:cubicBezTo>
                <a:cubicBezTo>
                  <a:pt x="144198" y="172344"/>
                  <a:pt x="139826" y="167973"/>
                  <a:pt x="139826" y="162589"/>
                </a:cubicBezTo>
                <a:cubicBezTo>
                  <a:pt x="139826" y="157205"/>
                  <a:pt x="144198" y="152834"/>
                  <a:pt x="149582" y="152834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9" name="Text 7"/>
          <p:cNvSpPr/>
          <p:nvPr/>
        </p:nvSpPr>
        <p:spPr>
          <a:xfrm>
            <a:off x="1179312" y="1526168"/>
            <a:ext cx="4725917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Installation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9312" y="1838339"/>
            <a:ext cx="4708575" cy="450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2" dirty="0">
                <a:solidFill>
                  <a:srgbClr val="64FFDA"/>
                </a:solidFill>
                <a:highlight>
                  <a:srgbClr val="64FFDA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One-click setup </a:t>
            </a:r>
            <a:pPr>
              <a:lnSpc>
                <a:spcPct val="140000"/>
              </a:lnSpc>
            </a:pPr>
            <a:r>
              <a:rPr lang="en-US" sz="1092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via the Browser Web Store. No configuration required—install and forget.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4199" y="2601422"/>
            <a:ext cx="5627744" cy="1109940"/>
          </a:xfrm>
          <a:custGeom>
            <a:avLst/>
            <a:gdLst/>
            <a:ahLst/>
            <a:cxnLst/>
            <a:rect l="l" t="t" r="r" b="b"/>
            <a:pathLst>
              <a:path w="5627744" h="1109940">
                <a:moveTo>
                  <a:pt x="34686" y="0"/>
                </a:moveTo>
                <a:lnTo>
                  <a:pt x="5523687" y="0"/>
                </a:lnTo>
                <a:cubicBezTo>
                  <a:pt x="5581156" y="0"/>
                  <a:pt x="5627744" y="46588"/>
                  <a:pt x="5627744" y="104057"/>
                </a:cubicBezTo>
                <a:lnTo>
                  <a:pt x="5627744" y="1005883"/>
                </a:lnTo>
                <a:cubicBezTo>
                  <a:pt x="5627744" y="1063352"/>
                  <a:pt x="5581156" y="1109940"/>
                  <a:pt x="5523687" y="1109940"/>
                </a:cubicBezTo>
                <a:lnTo>
                  <a:pt x="34686" y="1109940"/>
                </a:lnTo>
                <a:cubicBezTo>
                  <a:pt x="15529" y="1109940"/>
                  <a:pt x="0" y="1094411"/>
                  <a:pt x="0" y="1075255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112240"/>
          </a:solidFill>
          <a:ln/>
        </p:spPr>
      </p:sp>
      <p:sp>
        <p:nvSpPr>
          <p:cNvPr id="12" name="Shape 10"/>
          <p:cNvSpPr/>
          <p:nvPr/>
        </p:nvSpPr>
        <p:spPr>
          <a:xfrm>
            <a:off x="364199" y="2601422"/>
            <a:ext cx="34686" cy="1109940"/>
          </a:xfrm>
          <a:custGeom>
            <a:avLst/>
            <a:gdLst/>
            <a:ahLst/>
            <a:cxnLst/>
            <a:rect l="l" t="t" r="r" b="b"/>
            <a:pathLst>
              <a:path w="34686" h="1109940">
                <a:moveTo>
                  <a:pt x="34686" y="0"/>
                </a:moveTo>
                <a:lnTo>
                  <a:pt x="34686" y="0"/>
                </a:lnTo>
                <a:lnTo>
                  <a:pt x="34686" y="1109940"/>
                </a:lnTo>
                <a:lnTo>
                  <a:pt x="34686" y="1109940"/>
                </a:lnTo>
                <a:cubicBezTo>
                  <a:pt x="15529" y="1109940"/>
                  <a:pt x="0" y="1094411"/>
                  <a:pt x="0" y="1075255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3" name="Shape 11"/>
          <p:cNvSpPr/>
          <p:nvPr/>
        </p:nvSpPr>
        <p:spPr>
          <a:xfrm>
            <a:off x="554970" y="2774851"/>
            <a:ext cx="485599" cy="485599"/>
          </a:xfrm>
          <a:custGeom>
            <a:avLst/>
            <a:gdLst/>
            <a:ahLst/>
            <a:cxnLst/>
            <a:rect l="l" t="t" r="r" b="b"/>
            <a:pathLst>
              <a:path w="485599" h="485599">
                <a:moveTo>
                  <a:pt x="242799" y="0"/>
                </a:moveTo>
                <a:lnTo>
                  <a:pt x="242799" y="0"/>
                </a:lnTo>
                <a:cubicBezTo>
                  <a:pt x="376804" y="0"/>
                  <a:pt x="485599" y="108795"/>
                  <a:pt x="485599" y="242799"/>
                </a:cubicBezTo>
                <a:lnTo>
                  <a:pt x="485599" y="242799"/>
                </a:lnTo>
                <a:cubicBezTo>
                  <a:pt x="485599" y="376804"/>
                  <a:pt x="376804" y="485599"/>
                  <a:pt x="242799" y="485599"/>
                </a:cubicBezTo>
                <a:lnTo>
                  <a:pt x="242799" y="485599"/>
                </a:lnTo>
                <a:cubicBezTo>
                  <a:pt x="108795" y="485599"/>
                  <a:pt x="0" y="376804"/>
                  <a:pt x="0" y="242799"/>
                </a:cubicBezTo>
                <a:lnTo>
                  <a:pt x="0" y="242799"/>
                </a:lnTo>
                <a:cubicBezTo>
                  <a:pt x="0" y="108795"/>
                  <a:pt x="108795" y="0"/>
                  <a:pt x="242799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06720" y="2913593"/>
            <a:ext cx="182100" cy="208114"/>
          </a:xfrm>
          <a:custGeom>
            <a:avLst/>
            <a:gdLst/>
            <a:ahLst/>
            <a:cxnLst/>
            <a:rect l="l" t="t" r="r" b="b"/>
            <a:pathLst>
              <a:path w="182100" h="208114">
                <a:moveTo>
                  <a:pt x="137713" y="-4024"/>
                </a:moveTo>
                <a:cubicBezTo>
                  <a:pt x="142550" y="-528"/>
                  <a:pt x="144338" y="5813"/>
                  <a:pt x="142143" y="11341"/>
                </a:cubicBezTo>
                <a:lnTo>
                  <a:pt x="110276" y="91050"/>
                </a:lnTo>
                <a:lnTo>
                  <a:pt x="169092" y="91050"/>
                </a:lnTo>
                <a:cubicBezTo>
                  <a:pt x="174580" y="91050"/>
                  <a:pt x="179458" y="94464"/>
                  <a:pt x="181327" y="99626"/>
                </a:cubicBezTo>
                <a:cubicBezTo>
                  <a:pt x="183197" y="104789"/>
                  <a:pt x="181612" y="110560"/>
                  <a:pt x="177425" y="114056"/>
                </a:cubicBezTo>
                <a:lnTo>
                  <a:pt x="60361" y="211609"/>
                </a:lnTo>
                <a:cubicBezTo>
                  <a:pt x="55768" y="215430"/>
                  <a:pt x="49224" y="215634"/>
                  <a:pt x="44387" y="212138"/>
                </a:cubicBezTo>
                <a:cubicBezTo>
                  <a:pt x="39550" y="208642"/>
                  <a:pt x="37761" y="202301"/>
                  <a:pt x="39956" y="196773"/>
                </a:cubicBezTo>
                <a:lnTo>
                  <a:pt x="71824" y="117064"/>
                </a:lnTo>
                <a:lnTo>
                  <a:pt x="13007" y="117064"/>
                </a:lnTo>
                <a:cubicBezTo>
                  <a:pt x="7520" y="117064"/>
                  <a:pt x="2642" y="113650"/>
                  <a:pt x="772" y="108487"/>
                </a:cubicBezTo>
                <a:cubicBezTo>
                  <a:pt x="-1097" y="103325"/>
                  <a:pt x="488" y="97553"/>
                  <a:pt x="4674" y="94058"/>
                </a:cubicBezTo>
                <a:lnTo>
                  <a:pt x="121738" y="-3496"/>
                </a:lnTo>
                <a:cubicBezTo>
                  <a:pt x="126332" y="-7317"/>
                  <a:pt x="132876" y="-7520"/>
                  <a:pt x="137713" y="-4024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15" name="Text 13"/>
          <p:cNvSpPr/>
          <p:nvPr/>
        </p:nvSpPr>
        <p:spPr>
          <a:xfrm>
            <a:off x="1179312" y="2774851"/>
            <a:ext cx="4725917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Latency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9312" y="3087021"/>
            <a:ext cx="4708575" cy="450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2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quietly in the background </a:t>
            </a:r>
            <a:pPr>
              <a:lnSpc>
                <a:spcPct val="140000"/>
              </a:lnSpc>
            </a:pPr>
            <a:r>
              <a:rPr lang="en-US" sz="1092" dirty="0">
                <a:solidFill>
                  <a:srgbClr val="64FFDA"/>
                </a:solidFill>
                <a:highlight>
                  <a:srgbClr val="64FFDA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affecting browsing speed </a:t>
            </a:r>
            <a:pPr>
              <a:lnSpc>
                <a:spcPct val="140000"/>
              </a:lnSpc>
            </a:pPr>
            <a:r>
              <a:rPr lang="en-US" sz="1092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Optimized for minimal resource usage.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4199" y="3850105"/>
            <a:ext cx="5627744" cy="1109940"/>
          </a:xfrm>
          <a:custGeom>
            <a:avLst/>
            <a:gdLst/>
            <a:ahLst/>
            <a:cxnLst/>
            <a:rect l="l" t="t" r="r" b="b"/>
            <a:pathLst>
              <a:path w="5627744" h="1109940">
                <a:moveTo>
                  <a:pt x="34686" y="0"/>
                </a:moveTo>
                <a:lnTo>
                  <a:pt x="5523687" y="0"/>
                </a:lnTo>
                <a:cubicBezTo>
                  <a:pt x="5581156" y="0"/>
                  <a:pt x="5627744" y="46588"/>
                  <a:pt x="5627744" y="104057"/>
                </a:cubicBezTo>
                <a:lnTo>
                  <a:pt x="5627744" y="1005883"/>
                </a:lnTo>
                <a:cubicBezTo>
                  <a:pt x="5627744" y="1063352"/>
                  <a:pt x="5581156" y="1109940"/>
                  <a:pt x="5523687" y="1109940"/>
                </a:cubicBezTo>
                <a:lnTo>
                  <a:pt x="34686" y="1109940"/>
                </a:lnTo>
                <a:cubicBezTo>
                  <a:pt x="15529" y="1109940"/>
                  <a:pt x="0" y="1094411"/>
                  <a:pt x="0" y="1075255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112240"/>
          </a:solidFill>
          <a:ln/>
        </p:spPr>
      </p:sp>
      <p:sp>
        <p:nvSpPr>
          <p:cNvPr id="18" name="Shape 16"/>
          <p:cNvSpPr/>
          <p:nvPr/>
        </p:nvSpPr>
        <p:spPr>
          <a:xfrm>
            <a:off x="364199" y="3850105"/>
            <a:ext cx="34686" cy="1109940"/>
          </a:xfrm>
          <a:custGeom>
            <a:avLst/>
            <a:gdLst/>
            <a:ahLst/>
            <a:cxnLst/>
            <a:rect l="l" t="t" r="r" b="b"/>
            <a:pathLst>
              <a:path w="34686" h="1109940">
                <a:moveTo>
                  <a:pt x="34686" y="0"/>
                </a:moveTo>
                <a:lnTo>
                  <a:pt x="34686" y="0"/>
                </a:lnTo>
                <a:lnTo>
                  <a:pt x="34686" y="1109940"/>
                </a:lnTo>
                <a:lnTo>
                  <a:pt x="34686" y="1109940"/>
                </a:lnTo>
                <a:cubicBezTo>
                  <a:pt x="15529" y="1109940"/>
                  <a:pt x="0" y="1094411"/>
                  <a:pt x="0" y="1075255"/>
                </a:cubicBezTo>
                <a:lnTo>
                  <a:pt x="0" y="34686"/>
                </a:lnTo>
                <a:cubicBezTo>
                  <a:pt x="0" y="15542"/>
                  <a:pt x="15542" y="0"/>
                  <a:pt x="34686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9" name="Shape 17"/>
          <p:cNvSpPr/>
          <p:nvPr/>
        </p:nvSpPr>
        <p:spPr>
          <a:xfrm>
            <a:off x="554970" y="4023533"/>
            <a:ext cx="485599" cy="485599"/>
          </a:xfrm>
          <a:custGeom>
            <a:avLst/>
            <a:gdLst/>
            <a:ahLst/>
            <a:cxnLst/>
            <a:rect l="l" t="t" r="r" b="b"/>
            <a:pathLst>
              <a:path w="485599" h="485599">
                <a:moveTo>
                  <a:pt x="242799" y="0"/>
                </a:moveTo>
                <a:lnTo>
                  <a:pt x="242799" y="0"/>
                </a:lnTo>
                <a:cubicBezTo>
                  <a:pt x="376804" y="0"/>
                  <a:pt x="485599" y="108795"/>
                  <a:pt x="485599" y="242799"/>
                </a:cubicBezTo>
                <a:lnTo>
                  <a:pt x="485599" y="242799"/>
                </a:lnTo>
                <a:cubicBezTo>
                  <a:pt x="485599" y="376804"/>
                  <a:pt x="376804" y="485599"/>
                  <a:pt x="242799" y="485599"/>
                </a:cubicBezTo>
                <a:lnTo>
                  <a:pt x="242799" y="485599"/>
                </a:lnTo>
                <a:cubicBezTo>
                  <a:pt x="108795" y="485599"/>
                  <a:pt x="0" y="376804"/>
                  <a:pt x="0" y="242799"/>
                </a:cubicBezTo>
                <a:lnTo>
                  <a:pt x="0" y="242799"/>
                </a:lnTo>
                <a:cubicBezTo>
                  <a:pt x="0" y="108795"/>
                  <a:pt x="108795" y="0"/>
                  <a:pt x="242799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0" name="Shape 18"/>
          <p:cNvSpPr/>
          <p:nvPr/>
        </p:nvSpPr>
        <p:spPr>
          <a:xfrm>
            <a:off x="693713" y="4162276"/>
            <a:ext cx="208114" cy="208114"/>
          </a:xfrm>
          <a:custGeom>
            <a:avLst/>
            <a:gdLst/>
            <a:ahLst/>
            <a:cxnLst/>
            <a:rect l="l" t="t" r="r" b="b"/>
            <a:pathLst>
              <a:path w="208114" h="208114">
                <a:moveTo>
                  <a:pt x="48777" y="22762"/>
                </a:moveTo>
                <a:cubicBezTo>
                  <a:pt x="48777" y="10202"/>
                  <a:pt x="58979" y="0"/>
                  <a:pt x="71539" y="0"/>
                </a:cubicBezTo>
                <a:lnTo>
                  <a:pt x="81294" y="0"/>
                </a:lnTo>
                <a:cubicBezTo>
                  <a:pt x="88489" y="0"/>
                  <a:pt x="94302" y="5813"/>
                  <a:pt x="94302" y="13007"/>
                </a:cubicBezTo>
                <a:lnTo>
                  <a:pt x="94302" y="195107"/>
                </a:lnTo>
                <a:cubicBezTo>
                  <a:pt x="94302" y="202301"/>
                  <a:pt x="88489" y="208114"/>
                  <a:pt x="81294" y="208114"/>
                </a:cubicBezTo>
                <a:lnTo>
                  <a:pt x="68287" y="208114"/>
                </a:lnTo>
                <a:cubicBezTo>
                  <a:pt x="56174" y="208114"/>
                  <a:pt x="45972" y="199822"/>
                  <a:pt x="43086" y="188603"/>
                </a:cubicBezTo>
                <a:cubicBezTo>
                  <a:pt x="42802" y="188603"/>
                  <a:pt x="42558" y="188603"/>
                  <a:pt x="42273" y="188603"/>
                </a:cubicBezTo>
                <a:cubicBezTo>
                  <a:pt x="24307" y="188603"/>
                  <a:pt x="9755" y="174051"/>
                  <a:pt x="9755" y="156085"/>
                </a:cubicBezTo>
                <a:cubicBezTo>
                  <a:pt x="9755" y="148769"/>
                  <a:pt x="12194" y="142021"/>
                  <a:pt x="16259" y="136575"/>
                </a:cubicBezTo>
                <a:cubicBezTo>
                  <a:pt x="8373" y="130640"/>
                  <a:pt x="3252" y="121210"/>
                  <a:pt x="3252" y="110560"/>
                </a:cubicBezTo>
                <a:cubicBezTo>
                  <a:pt x="3252" y="98000"/>
                  <a:pt x="10406" y="87066"/>
                  <a:pt x="20811" y="81660"/>
                </a:cubicBezTo>
                <a:cubicBezTo>
                  <a:pt x="17925" y="76783"/>
                  <a:pt x="16259" y="71092"/>
                  <a:pt x="16259" y="65036"/>
                </a:cubicBezTo>
                <a:cubicBezTo>
                  <a:pt x="16259" y="47069"/>
                  <a:pt x="30811" y="32518"/>
                  <a:pt x="48777" y="32518"/>
                </a:cubicBezTo>
                <a:lnTo>
                  <a:pt x="48777" y="22762"/>
                </a:lnTo>
                <a:close/>
                <a:moveTo>
                  <a:pt x="159337" y="22762"/>
                </a:moveTo>
                <a:lnTo>
                  <a:pt x="159337" y="32518"/>
                </a:lnTo>
                <a:cubicBezTo>
                  <a:pt x="177303" y="32518"/>
                  <a:pt x="191855" y="47069"/>
                  <a:pt x="191855" y="65036"/>
                </a:cubicBezTo>
                <a:cubicBezTo>
                  <a:pt x="191855" y="71133"/>
                  <a:pt x="190188" y="76823"/>
                  <a:pt x="187302" y="81660"/>
                </a:cubicBezTo>
                <a:cubicBezTo>
                  <a:pt x="197749" y="87066"/>
                  <a:pt x="204862" y="97960"/>
                  <a:pt x="204862" y="110560"/>
                </a:cubicBezTo>
                <a:cubicBezTo>
                  <a:pt x="204862" y="121210"/>
                  <a:pt x="199740" y="130640"/>
                  <a:pt x="191855" y="136575"/>
                </a:cubicBezTo>
                <a:cubicBezTo>
                  <a:pt x="195920" y="142021"/>
                  <a:pt x="198358" y="148769"/>
                  <a:pt x="198358" y="156085"/>
                </a:cubicBezTo>
                <a:cubicBezTo>
                  <a:pt x="198358" y="174051"/>
                  <a:pt x="183807" y="188603"/>
                  <a:pt x="165841" y="188603"/>
                </a:cubicBezTo>
                <a:cubicBezTo>
                  <a:pt x="165556" y="188603"/>
                  <a:pt x="165312" y="188603"/>
                  <a:pt x="165028" y="188603"/>
                </a:cubicBezTo>
                <a:cubicBezTo>
                  <a:pt x="162142" y="199822"/>
                  <a:pt x="151939" y="208114"/>
                  <a:pt x="139826" y="208114"/>
                </a:cubicBezTo>
                <a:lnTo>
                  <a:pt x="126819" y="208114"/>
                </a:lnTo>
                <a:cubicBezTo>
                  <a:pt x="119625" y="208114"/>
                  <a:pt x="113812" y="202301"/>
                  <a:pt x="113812" y="195107"/>
                </a:cubicBezTo>
                <a:lnTo>
                  <a:pt x="113812" y="13007"/>
                </a:lnTo>
                <a:cubicBezTo>
                  <a:pt x="113812" y="5813"/>
                  <a:pt x="119625" y="0"/>
                  <a:pt x="126819" y="0"/>
                </a:cubicBezTo>
                <a:lnTo>
                  <a:pt x="136575" y="0"/>
                </a:lnTo>
                <a:cubicBezTo>
                  <a:pt x="149135" y="0"/>
                  <a:pt x="159337" y="10202"/>
                  <a:pt x="159337" y="22762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21" name="Text 19"/>
          <p:cNvSpPr/>
          <p:nvPr/>
        </p:nvSpPr>
        <p:spPr>
          <a:xfrm>
            <a:off x="1179312" y="4023533"/>
            <a:ext cx="4725917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Monitoring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9312" y="4335704"/>
            <a:ext cx="4708575" cy="450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2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Analyzes traffic </a:t>
            </a:r>
            <a:pPr>
              <a:lnSpc>
                <a:spcPct val="140000"/>
              </a:lnSpc>
            </a:pPr>
            <a:r>
              <a:rPr lang="en-US" sz="1092" dirty="0">
                <a:solidFill>
                  <a:srgbClr val="64FFDA"/>
                </a:solidFill>
                <a:highlight>
                  <a:srgbClr val="64FFDA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real-time </a:t>
            </a:r>
            <a:pPr>
              <a:lnSpc>
                <a:spcPct val="140000"/>
              </a:lnSpc>
            </a:pPr>
            <a:r>
              <a:rPr lang="en-US" sz="1092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advanced ML algorithms to detect threats before they reach you.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0325" y="5102257"/>
            <a:ext cx="5643352" cy="1116877"/>
          </a:xfrm>
          <a:custGeom>
            <a:avLst/>
            <a:gdLst/>
            <a:ahLst/>
            <a:cxnLst/>
            <a:rect l="l" t="t" r="r" b="b"/>
            <a:pathLst>
              <a:path w="5643352" h="1116877">
                <a:moveTo>
                  <a:pt x="104059" y="0"/>
                </a:moveTo>
                <a:lnTo>
                  <a:pt x="5539293" y="0"/>
                </a:lnTo>
                <a:cubicBezTo>
                  <a:pt x="5596763" y="0"/>
                  <a:pt x="5643352" y="46589"/>
                  <a:pt x="5643352" y="104059"/>
                </a:cubicBezTo>
                <a:lnTo>
                  <a:pt x="5643352" y="1012818"/>
                </a:lnTo>
                <a:cubicBezTo>
                  <a:pt x="5643352" y="1070288"/>
                  <a:pt x="5596763" y="1116877"/>
                  <a:pt x="5539293" y="1116877"/>
                </a:cubicBezTo>
                <a:lnTo>
                  <a:pt x="104059" y="1116877"/>
                </a:lnTo>
                <a:cubicBezTo>
                  <a:pt x="46589" y="1116877"/>
                  <a:pt x="0" y="1070288"/>
                  <a:pt x="0" y="1012818"/>
                </a:cubicBezTo>
                <a:lnTo>
                  <a:pt x="0" y="104059"/>
                </a:lnTo>
                <a:cubicBezTo>
                  <a:pt x="0" y="46589"/>
                  <a:pt x="46589" y="0"/>
                  <a:pt x="104059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20000"/>
                </a:srgbClr>
              </a:gs>
              <a:gs pos="100000">
                <a:srgbClr val="112240"/>
              </a:gs>
            </a:gsLst>
            <a:lin ang="0" scaled="1"/>
          </a:gradFill>
          <a:ln w="1016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7222" y="5279156"/>
            <a:ext cx="485599" cy="485599"/>
          </a:xfrm>
          <a:custGeom>
            <a:avLst/>
            <a:gdLst/>
            <a:ahLst/>
            <a:cxnLst/>
            <a:rect l="l" t="t" r="r" b="b"/>
            <a:pathLst>
              <a:path w="485599" h="485599">
                <a:moveTo>
                  <a:pt x="242799" y="0"/>
                </a:moveTo>
                <a:lnTo>
                  <a:pt x="242799" y="0"/>
                </a:lnTo>
                <a:cubicBezTo>
                  <a:pt x="376804" y="0"/>
                  <a:pt x="485599" y="108795"/>
                  <a:pt x="485599" y="242799"/>
                </a:cubicBezTo>
                <a:lnTo>
                  <a:pt x="485599" y="242799"/>
                </a:lnTo>
                <a:cubicBezTo>
                  <a:pt x="485599" y="376804"/>
                  <a:pt x="376804" y="485599"/>
                  <a:pt x="242799" y="485599"/>
                </a:cubicBezTo>
                <a:lnTo>
                  <a:pt x="242799" y="485599"/>
                </a:lnTo>
                <a:cubicBezTo>
                  <a:pt x="108795" y="485599"/>
                  <a:pt x="0" y="376804"/>
                  <a:pt x="0" y="242799"/>
                </a:cubicBezTo>
                <a:lnTo>
                  <a:pt x="0" y="242799"/>
                </a:lnTo>
                <a:cubicBezTo>
                  <a:pt x="0" y="108795"/>
                  <a:pt x="108795" y="0"/>
                  <a:pt x="242799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5" name="Shape 23"/>
          <p:cNvSpPr/>
          <p:nvPr/>
        </p:nvSpPr>
        <p:spPr>
          <a:xfrm>
            <a:off x="665964" y="5417898"/>
            <a:ext cx="208114" cy="208114"/>
          </a:xfrm>
          <a:custGeom>
            <a:avLst/>
            <a:gdLst/>
            <a:ahLst/>
            <a:cxnLst/>
            <a:rect l="l" t="t" r="r" b="b"/>
            <a:pathLst>
              <a:path w="208114" h="208114">
                <a:moveTo>
                  <a:pt x="104057" y="208114"/>
                </a:moveTo>
                <a:cubicBezTo>
                  <a:pt x="161487" y="208114"/>
                  <a:pt x="208114" y="161487"/>
                  <a:pt x="208114" y="104057"/>
                </a:cubicBezTo>
                <a:cubicBezTo>
                  <a:pt x="208114" y="46626"/>
                  <a:pt x="161487" y="0"/>
                  <a:pt x="104057" y="0"/>
                </a:cubicBezTo>
                <a:cubicBezTo>
                  <a:pt x="46626" y="0"/>
                  <a:pt x="0" y="46626"/>
                  <a:pt x="0" y="104057"/>
                </a:cubicBezTo>
                <a:cubicBezTo>
                  <a:pt x="0" y="161487"/>
                  <a:pt x="46626" y="208114"/>
                  <a:pt x="104057" y="208114"/>
                </a:cubicBezTo>
                <a:close/>
                <a:moveTo>
                  <a:pt x="104057" y="55280"/>
                </a:moveTo>
                <a:cubicBezTo>
                  <a:pt x="109463" y="55280"/>
                  <a:pt x="113812" y="59629"/>
                  <a:pt x="113812" y="65036"/>
                </a:cubicBezTo>
                <a:lnTo>
                  <a:pt x="113812" y="110560"/>
                </a:lnTo>
                <a:cubicBezTo>
                  <a:pt x="113812" y="115967"/>
                  <a:pt x="109463" y="120316"/>
                  <a:pt x="104057" y="120316"/>
                </a:cubicBezTo>
                <a:cubicBezTo>
                  <a:pt x="98651" y="120316"/>
                  <a:pt x="94302" y="115967"/>
                  <a:pt x="94302" y="110560"/>
                </a:cubicBezTo>
                <a:lnTo>
                  <a:pt x="94302" y="65036"/>
                </a:lnTo>
                <a:cubicBezTo>
                  <a:pt x="94302" y="59629"/>
                  <a:pt x="98651" y="55280"/>
                  <a:pt x="104057" y="55280"/>
                </a:cubicBezTo>
                <a:close/>
                <a:moveTo>
                  <a:pt x="93204" y="143078"/>
                </a:moveTo>
                <a:cubicBezTo>
                  <a:pt x="92957" y="139050"/>
                  <a:pt x="94966" y="135217"/>
                  <a:pt x="98420" y="133128"/>
                </a:cubicBezTo>
                <a:cubicBezTo>
                  <a:pt x="101873" y="131039"/>
                  <a:pt x="106200" y="131039"/>
                  <a:pt x="109654" y="133128"/>
                </a:cubicBezTo>
                <a:cubicBezTo>
                  <a:pt x="113107" y="135217"/>
                  <a:pt x="115116" y="139050"/>
                  <a:pt x="114869" y="143078"/>
                </a:cubicBezTo>
                <a:cubicBezTo>
                  <a:pt x="115116" y="147107"/>
                  <a:pt x="113107" y="150939"/>
                  <a:pt x="109654" y="153028"/>
                </a:cubicBezTo>
                <a:cubicBezTo>
                  <a:pt x="106200" y="155117"/>
                  <a:pt x="101873" y="155117"/>
                  <a:pt x="98420" y="153028"/>
                </a:cubicBezTo>
                <a:cubicBezTo>
                  <a:pt x="94966" y="150939"/>
                  <a:pt x="92957" y="147107"/>
                  <a:pt x="93204" y="1430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51563" y="5279156"/>
            <a:ext cx="4751932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Alerts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51563" y="5591327"/>
            <a:ext cx="4734589" cy="450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2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pop-ups and warnings appear </a:t>
            </a:r>
            <a:pPr>
              <a:lnSpc>
                <a:spcPct val="140000"/>
              </a:lnSpc>
            </a:pPr>
            <a:r>
              <a:rPr lang="en-US" sz="1092" dirty="0">
                <a:solidFill>
                  <a:srgbClr val="FF6B6B"/>
                </a:solidFill>
                <a:highlight>
                  <a:srgbClr val="FF6B6B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when danger is detected </a:t>
            </a:r>
            <a:pPr>
              <a:lnSpc>
                <a:spcPct val="140000"/>
              </a:lnSpc>
            </a:pPr>
            <a:r>
              <a:rPr lang="en-US" sz="1092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—no annoying interruptions.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04393" y="1356208"/>
            <a:ext cx="5643352" cy="3822357"/>
          </a:xfrm>
          <a:custGeom>
            <a:avLst/>
            <a:gdLst/>
            <a:ahLst/>
            <a:cxnLst/>
            <a:rect l="l" t="t" r="r" b="b"/>
            <a:pathLst>
              <a:path w="5643352" h="3822357">
                <a:moveTo>
                  <a:pt x="138752" y="0"/>
                </a:moveTo>
                <a:lnTo>
                  <a:pt x="5504601" y="0"/>
                </a:lnTo>
                <a:cubicBezTo>
                  <a:pt x="5581231" y="0"/>
                  <a:pt x="5643352" y="62121"/>
                  <a:pt x="5643352" y="138752"/>
                </a:cubicBezTo>
                <a:lnTo>
                  <a:pt x="5643352" y="3683605"/>
                </a:lnTo>
                <a:cubicBezTo>
                  <a:pt x="5643352" y="3760236"/>
                  <a:pt x="5581231" y="3822357"/>
                  <a:pt x="5504601" y="3822357"/>
                </a:cubicBezTo>
                <a:lnTo>
                  <a:pt x="138752" y="3822357"/>
                </a:lnTo>
                <a:cubicBezTo>
                  <a:pt x="62121" y="3822357"/>
                  <a:pt x="0" y="3760236"/>
                  <a:pt x="0" y="3683605"/>
                </a:cubicBezTo>
                <a:lnTo>
                  <a:pt x="0" y="138752"/>
                </a:lnTo>
                <a:cubicBezTo>
                  <a:pt x="0" y="62172"/>
                  <a:pt x="62172" y="0"/>
                  <a:pt x="138752" y="0"/>
                </a:cubicBezTo>
                <a:close/>
              </a:path>
            </a:pathLst>
          </a:custGeom>
          <a:solidFill>
            <a:srgbClr val="112240"/>
          </a:solidFill>
          <a:ln w="10160">
            <a:solidFill>
              <a:srgbClr val="64FFDA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3947" y="1567793"/>
            <a:ext cx="5324245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Extension Features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15975" y="1983911"/>
            <a:ext cx="2540723" cy="1422111"/>
          </a:xfrm>
          <a:custGeom>
            <a:avLst/>
            <a:gdLst/>
            <a:ahLst/>
            <a:cxnLst/>
            <a:rect l="l" t="t" r="r" b="b"/>
            <a:pathLst>
              <a:path w="2540723" h="1422111">
                <a:moveTo>
                  <a:pt x="104056" y="0"/>
                </a:moveTo>
                <a:lnTo>
                  <a:pt x="2436667" y="0"/>
                </a:lnTo>
                <a:cubicBezTo>
                  <a:pt x="2494135" y="0"/>
                  <a:pt x="2540723" y="46587"/>
                  <a:pt x="2540723" y="104056"/>
                </a:cubicBezTo>
                <a:lnTo>
                  <a:pt x="2540723" y="1318055"/>
                </a:lnTo>
                <a:cubicBezTo>
                  <a:pt x="2540723" y="1375524"/>
                  <a:pt x="2494135" y="1422111"/>
                  <a:pt x="2436667" y="1422111"/>
                </a:cubicBezTo>
                <a:lnTo>
                  <a:pt x="104056" y="1422111"/>
                </a:lnTo>
                <a:cubicBezTo>
                  <a:pt x="46587" y="1422111"/>
                  <a:pt x="0" y="1375524"/>
                  <a:pt x="0" y="1318055"/>
                </a:cubicBezTo>
                <a:lnTo>
                  <a:pt x="0" y="104056"/>
                </a:lnTo>
                <a:cubicBezTo>
                  <a:pt x="0" y="46626"/>
                  <a:pt x="46626" y="0"/>
                  <a:pt x="104056" y="0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31" name="Shape 29"/>
          <p:cNvSpPr/>
          <p:nvPr/>
        </p:nvSpPr>
        <p:spPr>
          <a:xfrm>
            <a:off x="7407767" y="2122653"/>
            <a:ext cx="554970" cy="554970"/>
          </a:xfrm>
          <a:custGeom>
            <a:avLst/>
            <a:gdLst/>
            <a:ahLst/>
            <a:cxnLst/>
            <a:rect l="l" t="t" r="r" b="b"/>
            <a:pathLst>
              <a:path w="554970" h="554970">
                <a:moveTo>
                  <a:pt x="277485" y="0"/>
                </a:moveTo>
                <a:lnTo>
                  <a:pt x="277485" y="0"/>
                </a:lnTo>
                <a:cubicBezTo>
                  <a:pt x="430633" y="0"/>
                  <a:pt x="554970" y="124337"/>
                  <a:pt x="554970" y="277485"/>
                </a:cubicBezTo>
                <a:lnTo>
                  <a:pt x="554970" y="277485"/>
                </a:lnTo>
                <a:cubicBezTo>
                  <a:pt x="554970" y="430633"/>
                  <a:pt x="430633" y="554970"/>
                  <a:pt x="277485" y="554970"/>
                </a:cubicBezTo>
                <a:lnTo>
                  <a:pt x="277485" y="554970"/>
                </a:lnTo>
                <a:cubicBezTo>
                  <a:pt x="124337" y="554970"/>
                  <a:pt x="0" y="430633"/>
                  <a:pt x="0" y="277485"/>
                </a:cubicBezTo>
                <a:lnTo>
                  <a:pt x="0" y="277485"/>
                </a:lnTo>
                <a:cubicBezTo>
                  <a:pt x="0" y="124337"/>
                  <a:pt x="124337" y="0"/>
                  <a:pt x="277485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581196" y="2296081"/>
            <a:ext cx="208114" cy="208114"/>
          </a:xfrm>
          <a:custGeom>
            <a:avLst/>
            <a:gdLst/>
            <a:ahLst/>
            <a:cxnLst/>
            <a:rect l="l" t="t" r="r" b="b"/>
            <a:pathLst>
              <a:path w="208114" h="208114">
                <a:moveTo>
                  <a:pt x="104057" y="0"/>
                </a:moveTo>
                <a:cubicBezTo>
                  <a:pt x="105927" y="0"/>
                  <a:pt x="107796" y="406"/>
                  <a:pt x="109504" y="1179"/>
                </a:cubicBezTo>
                <a:lnTo>
                  <a:pt x="186083" y="33656"/>
                </a:lnTo>
                <a:cubicBezTo>
                  <a:pt x="195025" y="37436"/>
                  <a:pt x="201692" y="46257"/>
                  <a:pt x="201651" y="56906"/>
                </a:cubicBezTo>
                <a:cubicBezTo>
                  <a:pt x="201448" y="97228"/>
                  <a:pt x="184864" y="171003"/>
                  <a:pt x="114828" y="204537"/>
                </a:cubicBezTo>
                <a:cubicBezTo>
                  <a:pt x="108040" y="207789"/>
                  <a:pt x="100155" y="207789"/>
                  <a:pt x="93367" y="204537"/>
                </a:cubicBezTo>
                <a:cubicBezTo>
                  <a:pt x="23291" y="171003"/>
                  <a:pt x="6747" y="97228"/>
                  <a:pt x="6544" y="56906"/>
                </a:cubicBezTo>
                <a:cubicBezTo>
                  <a:pt x="6504" y="46257"/>
                  <a:pt x="13170" y="37436"/>
                  <a:pt x="22112" y="33656"/>
                </a:cubicBezTo>
                <a:lnTo>
                  <a:pt x="98651" y="1179"/>
                </a:lnTo>
                <a:cubicBezTo>
                  <a:pt x="100358" y="406"/>
                  <a:pt x="102187" y="0"/>
                  <a:pt x="104057" y="0"/>
                </a:cubicBezTo>
                <a:close/>
                <a:moveTo>
                  <a:pt x="104057" y="27152"/>
                </a:moveTo>
                <a:lnTo>
                  <a:pt x="104057" y="180840"/>
                </a:lnTo>
                <a:cubicBezTo>
                  <a:pt x="160150" y="153687"/>
                  <a:pt x="175230" y="93529"/>
                  <a:pt x="175596" y="57516"/>
                </a:cubicBezTo>
                <a:lnTo>
                  <a:pt x="104057" y="27193"/>
                </a:lnTo>
                <a:lnTo>
                  <a:pt x="104057" y="27193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3" name="Text 31"/>
          <p:cNvSpPr/>
          <p:nvPr/>
        </p:nvSpPr>
        <p:spPr>
          <a:xfrm>
            <a:off x="6515696" y="2781680"/>
            <a:ext cx="2341280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Scanning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20032" y="3059165"/>
            <a:ext cx="2332609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dirty="0">
                <a:solidFill>
                  <a:srgbClr val="CCD6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link checked instantly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93272" y="1983911"/>
            <a:ext cx="2540723" cy="1422111"/>
          </a:xfrm>
          <a:custGeom>
            <a:avLst/>
            <a:gdLst/>
            <a:ahLst/>
            <a:cxnLst/>
            <a:rect l="l" t="t" r="r" b="b"/>
            <a:pathLst>
              <a:path w="2540723" h="1422111">
                <a:moveTo>
                  <a:pt x="104056" y="0"/>
                </a:moveTo>
                <a:lnTo>
                  <a:pt x="2436667" y="0"/>
                </a:lnTo>
                <a:cubicBezTo>
                  <a:pt x="2494135" y="0"/>
                  <a:pt x="2540723" y="46587"/>
                  <a:pt x="2540723" y="104056"/>
                </a:cubicBezTo>
                <a:lnTo>
                  <a:pt x="2540723" y="1318055"/>
                </a:lnTo>
                <a:cubicBezTo>
                  <a:pt x="2540723" y="1375524"/>
                  <a:pt x="2494135" y="1422111"/>
                  <a:pt x="2436667" y="1422111"/>
                </a:cubicBezTo>
                <a:lnTo>
                  <a:pt x="104056" y="1422111"/>
                </a:lnTo>
                <a:cubicBezTo>
                  <a:pt x="46587" y="1422111"/>
                  <a:pt x="0" y="1375524"/>
                  <a:pt x="0" y="1318055"/>
                </a:cubicBezTo>
                <a:lnTo>
                  <a:pt x="0" y="104056"/>
                </a:lnTo>
                <a:cubicBezTo>
                  <a:pt x="0" y="46626"/>
                  <a:pt x="46626" y="0"/>
                  <a:pt x="104056" y="0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85065" y="2122653"/>
            <a:ext cx="554970" cy="554970"/>
          </a:xfrm>
          <a:custGeom>
            <a:avLst/>
            <a:gdLst/>
            <a:ahLst/>
            <a:cxnLst/>
            <a:rect l="l" t="t" r="r" b="b"/>
            <a:pathLst>
              <a:path w="554970" h="554970">
                <a:moveTo>
                  <a:pt x="277485" y="0"/>
                </a:moveTo>
                <a:lnTo>
                  <a:pt x="277485" y="0"/>
                </a:lnTo>
                <a:cubicBezTo>
                  <a:pt x="430633" y="0"/>
                  <a:pt x="554970" y="124337"/>
                  <a:pt x="554970" y="277485"/>
                </a:cubicBezTo>
                <a:lnTo>
                  <a:pt x="554970" y="277485"/>
                </a:lnTo>
                <a:cubicBezTo>
                  <a:pt x="554970" y="430633"/>
                  <a:pt x="430633" y="554970"/>
                  <a:pt x="277485" y="554970"/>
                </a:cubicBezTo>
                <a:lnTo>
                  <a:pt x="277485" y="554970"/>
                </a:lnTo>
                <a:cubicBezTo>
                  <a:pt x="124337" y="554970"/>
                  <a:pt x="0" y="430633"/>
                  <a:pt x="0" y="277485"/>
                </a:cubicBezTo>
                <a:lnTo>
                  <a:pt x="0" y="277485"/>
                </a:lnTo>
                <a:cubicBezTo>
                  <a:pt x="0" y="124337"/>
                  <a:pt x="124337" y="0"/>
                  <a:pt x="277485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271500" y="2296081"/>
            <a:ext cx="182100" cy="208114"/>
          </a:xfrm>
          <a:custGeom>
            <a:avLst/>
            <a:gdLst/>
            <a:ahLst/>
            <a:cxnLst/>
            <a:rect l="l" t="t" r="r" b="b"/>
            <a:pathLst>
              <a:path w="182100" h="208114">
                <a:moveTo>
                  <a:pt x="182100" y="83652"/>
                </a:moveTo>
                <a:cubicBezTo>
                  <a:pt x="176084" y="87635"/>
                  <a:pt x="169174" y="90847"/>
                  <a:pt x="161979" y="93407"/>
                </a:cubicBezTo>
                <a:cubicBezTo>
                  <a:pt x="142875" y="100236"/>
                  <a:pt x="117796" y="104057"/>
                  <a:pt x="91050" y="104057"/>
                </a:cubicBezTo>
                <a:cubicBezTo>
                  <a:pt x="64304" y="104057"/>
                  <a:pt x="39184" y="100195"/>
                  <a:pt x="20120" y="93407"/>
                </a:cubicBezTo>
                <a:cubicBezTo>
                  <a:pt x="12966" y="90847"/>
                  <a:pt x="6016" y="87635"/>
                  <a:pt x="0" y="83652"/>
                </a:cubicBezTo>
                <a:lnTo>
                  <a:pt x="0" y="117064"/>
                </a:lnTo>
                <a:cubicBezTo>
                  <a:pt x="0" y="135030"/>
                  <a:pt x="40769" y="149582"/>
                  <a:pt x="91050" y="149582"/>
                </a:cubicBezTo>
                <a:cubicBezTo>
                  <a:pt x="141330" y="149582"/>
                  <a:pt x="182100" y="135030"/>
                  <a:pt x="182100" y="117064"/>
                </a:cubicBezTo>
                <a:lnTo>
                  <a:pt x="182100" y="83652"/>
                </a:lnTo>
                <a:close/>
                <a:moveTo>
                  <a:pt x="182100" y="52028"/>
                </a:moveTo>
                <a:lnTo>
                  <a:pt x="182100" y="32518"/>
                </a:lnTo>
                <a:cubicBezTo>
                  <a:pt x="182100" y="14552"/>
                  <a:pt x="141330" y="0"/>
                  <a:pt x="91050" y="0"/>
                </a:cubicBezTo>
                <a:cubicBezTo>
                  <a:pt x="40769" y="0"/>
                  <a:pt x="0" y="14552"/>
                  <a:pt x="0" y="32518"/>
                </a:cubicBezTo>
                <a:lnTo>
                  <a:pt x="0" y="52028"/>
                </a:lnTo>
                <a:cubicBezTo>
                  <a:pt x="0" y="69995"/>
                  <a:pt x="40769" y="84546"/>
                  <a:pt x="91050" y="84546"/>
                </a:cubicBezTo>
                <a:cubicBezTo>
                  <a:pt x="141330" y="84546"/>
                  <a:pt x="182100" y="69995"/>
                  <a:pt x="182100" y="52028"/>
                </a:cubicBezTo>
                <a:close/>
                <a:moveTo>
                  <a:pt x="161979" y="158443"/>
                </a:moveTo>
                <a:cubicBezTo>
                  <a:pt x="142916" y="165231"/>
                  <a:pt x="117836" y="169092"/>
                  <a:pt x="91050" y="169092"/>
                </a:cubicBezTo>
                <a:cubicBezTo>
                  <a:pt x="64263" y="169092"/>
                  <a:pt x="39184" y="165231"/>
                  <a:pt x="20120" y="158443"/>
                </a:cubicBezTo>
                <a:cubicBezTo>
                  <a:pt x="12966" y="155882"/>
                  <a:pt x="6016" y="152671"/>
                  <a:pt x="0" y="148688"/>
                </a:cubicBezTo>
                <a:lnTo>
                  <a:pt x="0" y="175596"/>
                </a:lnTo>
                <a:cubicBezTo>
                  <a:pt x="0" y="193562"/>
                  <a:pt x="40769" y="208114"/>
                  <a:pt x="91050" y="208114"/>
                </a:cubicBezTo>
                <a:cubicBezTo>
                  <a:pt x="141330" y="208114"/>
                  <a:pt x="182100" y="193562"/>
                  <a:pt x="182100" y="175596"/>
                </a:cubicBezTo>
                <a:lnTo>
                  <a:pt x="182100" y="148688"/>
                </a:lnTo>
                <a:cubicBezTo>
                  <a:pt x="176084" y="152671"/>
                  <a:pt x="169174" y="155882"/>
                  <a:pt x="161979" y="158443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8" name="Text 36"/>
          <p:cNvSpPr/>
          <p:nvPr/>
        </p:nvSpPr>
        <p:spPr>
          <a:xfrm>
            <a:off x="9192994" y="2781680"/>
            <a:ext cx="2341280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 Database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97329" y="3059165"/>
            <a:ext cx="2332609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dirty="0">
                <a:solidFill>
                  <a:srgbClr val="CCD6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Updated hourly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15975" y="3544764"/>
            <a:ext cx="2540723" cy="1422111"/>
          </a:xfrm>
          <a:custGeom>
            <a:avLst/>
            <a:gdLst/>
            <a:ahLst/>
            <a:cxnLst/>
            <a:rect l="l" t="t" r="r" b="b"/>
            <a:pathLst>
              <a:path w="2540723" h="1422111">
                <a:moveTo>
                  <a:pt x="104056" y="0"/>
                </a:moveTo>
                <a:lnTo>
                  <a:pt x="2436667" y="0"/>
                </a:lnTo>
                <a:cubicBezTo>
                  <a:pt x="2494135" y="0"/>
                  <a:pt x="2540723" y="46587"/>
                  <a:pt x="2540723" y="104056"/>
                </a:cubicBezTo>
                <a:lnTo>
                  <a:pt x="2540723" y="1318055"/>
                </a:lnTo>
                <a:cubicBezTo>
                  <a:pt x="2540723" y="1375524"/>
                  <a:pt x="2494135" y="1422111"/>
                  <a:pt x="2436667" y="1422111"/>
                </a:cubicBezTo>
                <a:lnTo>
                  <a:pt x="104056" y="1422111"/>
                </a:lnTo>
                <a:cubicBezTo>
                  <a:pt x="46587" y="1422111"/>
                  <a:pt x="0" y="1375524"/>
                  <a:pt x="0" y="1318055"/>
                </a:cubicBezTo>
                <a:lnTo>
                  <a:pt x="0" y="104056"/>
                </a:lnTo>
                <a:cubicBezTo>
                  <a:pt x="0" y="46626"/>
                  <a:pt x="46626" y="0"/>
                  <a:pt x="104056" y="0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41" name="Shape 39"/>
          <p:cNvSpPr/>
          <p:nvPr/>
        </p:nvSpPr>
        <p:spPr>
          <a:xfrm>
            <a:off x="7407767" y="3683507"/>
            <a:ext cx="554970" cy="554970"/>
          </a:xfrm>
          <a:custGeom>
            <a:avLst/>
            <a:gdLst/>
            <a:ahLst/>
            <a:cxnLst/>
            <a:rect l="l" t="t" r="r" b="b"/>
            <a:pathLst>
              <a:path w="554970" h="554970">
                <a:moveTo>
                  <a:pt x="277485" y="0"/>
                </a:moveTo>
                <a:lnTo>
                  <a:pt x="277485" y="0"/>
                </a:lnTo>
                <a:cubicBezTo>
                  <a:pt x="430633" y="0"/>
                  <a:pt x="554970" y="124337"/>
                  <a:pt x="554970" y="277485"/>
                </a:cubicBezTo>
                <a:lnTo>
                  <a:pt x="554970" y="277485"/>
                </a:lnTo>
                <a:cubicBezTo>
                  <a:pt x="554970" y="430633"/>
                  <a:pt x="430633" y="554970"/>
                  <a:pt x="277485" y="554970"/>
                </a:cubicBezTo>
                <a:lnTo>
                  <a:pt x="277485" y="554970"/>
                </a:lnTo>
                <a:cubicBezTo>
                  <a:pt x="124337" y="554970"/>
                  <a:pt x="0" y="430633"/>
                  <a:pt x="0" y="277485"/>
                </a:cubicBezTo>
                <a:lnTo>
                  <a:pt x="0" y="277485"/>
                </a:lnTo>
                <a:cubicBezTo>
                  <a:pt x="0" y="124337"/>
                  <a:pt x="124337" y="0"/>
                  <a:pt x="277485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94203" y="3856935"/>
            <a:ext cx="182100" cy="208114"/>
          </a:xfrm>
          <a:custGeom>
            <a:avLst/>
            <a:gdLst/>
            <a:ahLst/>
            <a:cxnLst/>
            <a:rect l="l" t="t" r="r" b="b"/>
            <a:pathLst>
              <a:path w="182100" h="208114">
                <a:moveTo>
                  <a:pt x="91050" y="0"/>
                </a:moveTo>
                <a:cubicBezTo>
                  <a:pt x="83855" y="0"/>
                  <a:pt x="78043" y="5813"/>
                  <a:pt x="78043" y="13007"/>
                </a:cubicBezTo>
                <a:lnTo>
                  <a:pt x="78043" y="14308"/>
                </a:lnTo>
                <a:cubicBezTo>
                  <a:pt x="48370" y="20324"/>
                  <a:pt x="26014" y="46582"/>
                  <a:pt x="26014" y="78043"/>
                </a:cubicBezTo>
                <a:lnTo>
                  <a:pt x="26014" y="86863"/>
                </a:lnTo>
                <a:cubicBezTo>
                  <a:pt x="26014" y="106414"/>
                  <a:pt x="19348" y="125397"/>
                  <a:pt x="7154" y="140680"/>
                </a:cubicBezTo>
                <a:lnTo>
                  <a:pt x="3170" y="145639"/>
                </a:lnTo>
                <a:cubicBezTo>
                  <a:pt x="1097" y="148200"/>
                  <a:pt x="0" y="151370"/>
                  <a:pt x="0" y="154663"/>
                </a:cubicBezTo>
                <a:cubicBezTo>
                  <a:pt x="0" y="162630"/>
                  <a:pt x="6463" y="169092"/>
                  <a:pt x="14430" y="169092"/>
                </a:cubicBezTo>
                <a:lnTo>
                  <a:pt x="167629" y="169092"/>
                </a:lnTo>
                <a:cubicBezTo>
                  <a:pt x="175596" y="169092"/>
                  <a:pt x="182059" y="162630"/>
                  <a:pt x="182059" y="154663"/>
                </a:cubicBezTo>
                <a:cubicBezTo>
                  <a:pt x="182059" y="151370"/>
                  <a:pt x="180961" y="148200"/>
                  <a:pt x="178888" y="145639"/>
                </a:cubicBezTo>
                <a:lnTo>
                  <a:pt x="174905" y="140680"/>
                </a:lnTo>
                <a:cubicBezTo>
                  <a:pt x="162751" y="125397"/>
                  <a:pt x="156085" y="106414"/>
                  <a:pt x="156085" y="86863"/>
                </a:cubicBezTo>
                <a:lnTo>
                  <a:pt x="156085" y="78043"/>
                </a:lnTo>
                <a:cubicBezTo>
                  <a:pt x="156085" y="46582"/>
                  <a:pt x="133729" y="20324"/>
                  <a:pt x="104057" y="14308"/>
                </a:cubicBezTo>
                <a:lnTo>
                  <a:pt x="104057" y="13007"/>
                </a:lnTo>
                <a:cubicBezTo>
                  <a:pt x="104057" y="5813"/>
                  <a:pt x="98244" y="0"/>
                  <a:pt x="91050" y="0"/>
                </a:cubicBezTo>
                <a:close/>
                <a:moveTo>
                  <a:pt x="65849" y="188603"/>
                </a:moveTo>
                <a:cubicBezTo>
                  <a:pt x="68734" y="199822"/>
                  <a:pt x="78937" y="208114"/>
                  <a:pt x="91050" y="208114"/>
                </a:cubicBezTo>
                <a:cubicBezTo>
                  <a:pt x="103163" y="208114"/>
                  <a:pt x="113365" y="199822"/>
                  <a:pt x="116251" y="188603"/>
                </a:cubicBezTo>
                <a:lnTo>
                  <a:pt x="65849" y="188603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3" name="Text 41"/>
          <p:cNvSpPr/>
          <p:nvPr/>
        </p:nvSpPr>
        <p:spPr>
          <a:xfrm>
            <a:off x="6515696" y="4342534"/>
            <a:ext cx="2341280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Alerts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20032" y="4620019"/>
            <a:ext cx="2332609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dirty="0">
                <a:solidFill>
                  <a:srgbClr val="CCD6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Context-aware warnings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93272" y="3544764"/>
            <a:ext cx="2540723" cy="1422111"/>
          </a:xfrm>
          <a:custGeom>
            <a:avLst/>
            <a:gdLst/>
            <a:ahLst/>
            <a:cxnLst/>
            <a:rect l="l" t="t" r="r" b="b"/>
            <a:pathLst>
              <a:path w="2540723" h="1422111">
                <a:moveTo>
                  <a:pt x="104056" y="0"/>
                </a:moveTo>
                <a:lnTo>
                  <a:pt x="2436667" y="0"/>
                </a:lnTo>
                <a:cubicBezTo>
                  <a:pt x="2494135" y="0"/>
                  <a:pt x="2540723" y="46587"/>
                  <a:pt x="2540723" y="104056"/>
                </a:cubicBezTo>
                <a:lnTo>
                  <a:pt x="2540723" y="1318055"/>
                </a:lnTo>
                <a:cubicBezTo>
                  <a:pt x="2540723" y="1375524"/>
                  <a:pt x="2494135" y="1422111"/>
                  <a:pt x="2436667" y="1422111"/>
                </a:cubicBezTo>
                <a:lnTo>
                  <a:pt x="104056" y="1422111"/>
                </a:lnTo>
                <a:cubicBezTo>
                  <a:pt x="46587" y="1422111"/>
                  <a:pt x="0" y="1375524"/>
                  <a:pt x="0" y="1318055"/>
                </a:cubicBezTo>
                <a:lnTo>
                  <a:pt x="0" y="104056"/>
                </a:lnTo>
                <a:cubicBezTo>
                  <a:pt x="0" y="46626"/>
                  <a:pt x="46626" y="0"/>
                  <a:pt x="104056" y="0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085065" y="3683507"/>
            <a:ext cx="554970" cy="554970"/>
          </a:xfrm>
          <a:custGeom>
            <a:avLst/>
            <a:gdLst/>
            <a:ahLst/>
            <a:cxnLst/>
            <a:rect l="l" t="t" r="r" b="b"/>
            <a:pathLst>
              <a:path w="554970" h="554970">
                <a:moveTo>
                  <a:pt x="277485" y="0"/>
                </a:moveTo>
                <a:lnTo>
                  <a:pt x="277485" y="0"/>
                </a:lnTo>
                <a:cubicBezTo>
                  <a:pt x="430633" y="0"/>
                  <a:pt x="554970" y="124337"/>
                  <a:pt x="554970" y="277485"/>
                </a:cubicBezTo>
                <a:lnTo>
                  <a:pt x="554970" y="277485"/>
                </a:lnTo>
                <a:cubicBezTo>
                  <a:pt x="554970" y="430633"/>
                  <a:pt x="430633" y="554970"/>
                  <a:pt x="277485" y="554970"/>
                </a:cubicBezTo>
                <a:lnTo>
                  <a:pt x="277485" y="554970"/>
                </a:lnTo>
                <a:cubicBezTo>
                  <a:pt x="124337" y="554970"/>
                  <a:pt x="0" y="430633"/>
                  <a:pt x="0" y="277485"/>
                </a:cubicBezTo>
                <a:lnTo>
                  <a:pt x="0" y="277485"/>
                </a:lnTo>
                <a:cubicBezTo>
                  <a:pt x="0" y="124337"/>
                  <a:pt x="124337" y="0"/>
                  <a:pt x="277485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258493" y="3856935"/>
            <a:ext cx="208114" cy="208114"/>
          </a:xfrm>
          <a:custGeom>
            <a:avLst/>
            <a:gdLst/>
            <a:ahLst/>
            <a:cxnLst/>
            <a:rect l="l" t="t" r="r" b="b"/>
            <a:pathLst>
              <a:path w="208114" h="208114">
                <a:moveTo>
                  <a:pt x="13007" y="13007"/>
                </a:moveTo>
                <a:cubicBezTo>
                  <a:pt x="20202" y="13007"/>
                  <a:pt x="26014" y="18820"/>
                  <a:pt x="26014" y="26014"/>
                </a:cubicBezTo>
                <a:lnTo>
                  <a:pt x="26014" y="162589"/>
                </a:lnTo>
                <a:cubicBezTo>
                  <a:pt x="26014" y="166166"/>
                  <a:pt x="28941" y="169092"/>
                  <a:pt x="32518" y="169092"/>
                </a:cubicBezTo>
                <a:lnTo>
                  <a:pt x="195107" y="169092"/>
                </a:lnTo>
                <a:cubicBezTo>
                  <a:pt x="202301" y="169092"/>
                  <a:pt x="208114" y="174905"/>
                  <a:pt x="208114" y="182100"/>
                </a:cubicBezTo>
                <a:cubicBezTo>
                  <a:pt x="208114" y="189294"/>
                  <a:pt x="202301" y="195107"/>
                  <a:pt x="195107" y="195107"/>
                </a:cubicBezTo>
                <a:lnTo>
                  <a:pt x="32518" y="195107"/>
                </a:lnTo>
                <a:cubicBezTo>
                  <a:pt x="14552" y="195107"/>
                  <a:pt x="0" y="180555"/>
                  <a:pt x="0" y="162589"/>
                </a:cubicBezTo>
                <a:lnTo>
                  <a:pt x="0" y="26014"/>
                </a:lnTo>
                <a:cubicBezTo>
                  <a:pt x="0" y="18820"/>
                  <a:pt x="5813" y="13007"/>
                  <a:pt x="13007" y="13007"/>
                </a:cubicBezTo>
                <a:close/>
                <a:moveTo>
                  <a:pt x="52028" y="39021"/>
                </a:moveTo>
                <a:cubicBezTo>
                  <a:pt x="52028" y="31827"/>
                  <a:pt x="57841" y="26014"/>
                  <a:pt x="65036" y="26014"/>
                </a:cubicBezTo>
                <a:lnTo>
                  <a:pt x="143078" y="26014"/>
                </a:lnTo>
                <a:cubicBezTo>
                  <a:pt x="150273" y="26014"/>
                  <a:pt x="156085" y="31827"/>
                  <a:pt x="156085" y="39021"/>
                </a:cubicBezTo>
                <a:cubicBezTo>
                  <a:pt x="156085" y="46216"/>
                  <a:pt x="150273" y="52028"/>
                  <a:pt x="143078" y="52028"/>
                </a:cubicBezTo>
                <a:lnTo>
                  <a:pt x="65036" y="52028"/>
                </a:lnTo>
                <a:cubicBezTo>
                  <a:pt x="57841" y="52028"/>
                  <a:pt x="52028" y="46216"/>
                  <a:pt x="52028" y="39021"/>
                </a:cubicBezTo>
                <a:close/>
                <a:moveTo>
                  <a:pt x="65036" y="71539"/>
                </a:moveTo>
                <a:lnTo>
                  <a:pt x="117064" y="71539"/>
                </a:lnTo>
                <a:cubicBezTo>
                  <a:pt x="124259" y="71539"/>
                  <a:pt x="130071" y="77352"/>
                  <a:pt x="130071" y="84546"/>
                </a:cubicBezTo>
                <a:cubicBezTo>
                  <a:pt x="130071" y="91741"/>
                  <a:pt x="124259" y="97553"/>
                  <a:pt x="117064" y="97553"/>
                </a:cubicBezTo>
                <a:lnTo>
                  <a:pt x="65036" y="97553"/>
                </a:lnTo>
                <a:cubicBezTo>
                  <a:pt x="57841" y="97553"/>
                  <a:pt x="52028" y="91741"/>
                  <a:pt x="52028" y="84546"/>
                </a:cubicBezTo>
                <a:cubicBezTo>
                  <a:pt x="52028" y="77352"/>
                  <a:pt x="57841" y="71539"/>
                  <a:pt x="65036" y="71539"/>
                </a:cubicBezTo>
                <a:close/>
                <a:moveTo>
                  <a:pt x="65036" y="117064"/>
                </a:moveTo>
                <a:lnTo>
                  <a:pt x="169092" y="117064"/>
                </a:lnTo>
                <a:cubicBezTo>
                  <a:pt x="176287" y="117064"/>
                  <a:pt x="182100" y="122877"/>
                  <a:pt x="182100" y="130071"/>
                </a:cubicBezTo>
                <a:cubicBezTo>
                  <a:pt x="182100" y="137266"/>
                  <a:pt x="176287" y="143078"/>
                  <a:pt x="169092" y="143078"/>
                </a:cubicBezTo>
                <a:lnTo>
                  <a:pt x="65036" y="143078"/>
                </a:lnTo>
                <a:cubicBezTo>
                  <a:pt x="57841" y="143078"/>
                  <a:pt x="52028" y="137266"/>
                  <a:pt x="52028" y="130071"/>
                </a:cubicBezTo>
                <a:cubicBezTo>
                  <a:pt x="52028" y="122877"/>
                  <a:pt x="57841" y="117064"/>
                  <a:pt x="65036" y="117064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8" name="Text 46"/>
          <p:cNvSpPr/>
          <p:nvPr/>
        </p:nvSpPr>
        <p:spPr>
          <a:xfrm>
            <a:off x="9192994" y="4342534"/>
            <a:ext cx="2341280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Activity Log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97329" y="4620019"/>
            <a:ext cx="2332609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2" dirty="0">
                <a:solidFill>
                  <a:srgbClr val="CCD6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blocked threats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04393" y="5324135"/>
            <a:ext cx="5643352" cy="1533105"/>
          </a:xfrm>
          <a:custGeom>
            <a:avLst/>
            <a:gdLst/>
            <a:ahLst/>
            <a:cxnLst/>
            <a:rect l="l" t="t" r="r" b="b"/>
            <a:pathLst>
              <a:path w="5643352" h="1533105">
                <a:moveTo>
                  <a:pt x="104052" y="0"/>
                </a:moveTo>
                <a:lnTo>
                  <a:pt x="5539301" y="0"/>
                </a:lnTo>
                <a:cubicBezTo>
                  <a:pt x="5596767" y="0"/>
                  <a:pt x="5643352" y="46586"/>
                  <a:pt x="5643352" y="104052"/>
                </a:cubicBezTo>
                <a:lnTo>
                  <a:pt x="5643352" y="1429053"/>
                </a:lnTo>
                <a:cubicBezTo>
                  <a:pt x="5643352" y="1486519"/>
                  <a:pt x="5596767" y="1533105"/>
                  <a:pt x="5539301" y="1533105"/>
                </a:cubicBezTo>
                <a:lnTo>
                  <a:pt x="104052" y="1533105"/>
                </a:lnTo>
                <a:cubicBezTo>
                  <a:pt x="46586" y="1533105"/>
                  <a:pt x="0" y="1486519"/>
                  <a:pt x="0" y="1429053"/>
                </a:cubicBezTo>
                <a:lnTo>
                  <a:pt x="0" y="104052"/>
                </a:lnTo>
                <a:cubicBezTo>
                  <a:pt x="0" y="46624"/>
                  <a:pt x="46624" y="0"/>
                  <a:pt x="104052" y="0"/>
                </a:cubicBezTo>
                <a:close/>
              </a:path>
            </a:pathLst>
          </a:custGeom>
          <a:gradFill rotWithShape="1" flip="none">
            <a:gsLst>
              <a:gs pos="0">
                <a:srgbClr val="64FFDA">
                  <a:alpha val="20000"/>
                </a:srgbClr>
              </a:gs>
              <a:gs pos="100000">
                <a:srgbClr val="112240"/>
              </a:gs>
            </a:gsLst>
            <a:lin ang="2700000" scaled="1"/>
          </a:gradFill>
          <a:ln w="1016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2968" y="5535720"/>
            <a:ext cx="173428" cy="173428"/>
          </a:xfrm>
          <a:custGeom>
            <a:avLst/>
            <a:gdLst/>
            <a:ahLst/>
            <a:cxnLst/>
            <a:rect l="l" t="t" r="r" b="b"/>
            <a:pathLst>
              <a:path w="173428" h="173428">
                <a:moveTo>
                  <a:pt x="0" y="86714"/>
                </a:moveTo>
                <a:cubicBezTo>
                  <a:pt x="0" y="38855"/>
                  <a:pt x="38855" y="0"/>
                  <a:pt x="86714" y="0"/>
                </a:cubicBezTo>
                <a:cubicBezTo>
                  <a:pt x="134573" y="0"/>
                  <a:pt x="173428" y="38855"/>
                  <a:pt x="173428" y="86714"/>
                </a:cubicBezTo>
                <a:cubicBezTo>
                  <a:pt x="173428" y="134573"/>
                  <a:pt x="134573" y="173428"/>
                  <a:pt x="86714" y="173428"/>
                </a:cubicBezTo>
                <a:cubicBezTo>
                  <a:pt x="38855" y="173428"/>
                  <a:pt x="0" y="134573"/>
                  <a:pt x="0" y="86714"/>
                </a:cubicBezTo>
                <a:close/>
                <a:moveTo>
                  <a:pt x="97553" y="32518"/>
                </a:moveTo>
                <a:cubicBezTo>
                  <a:pt x="97553" y="26535"/>
                  <a:pt x="92696" y="21679"/>
                  <a:pt x="86714" y="21679"/>
                </a:cubicBezTo>
                <a:cubicBezTo>
                  <a:pt x="80732" y="21679"/>
                  <a:pt x="75875" y="26535"/>
                  <a:pt x="75875" y="32518"/>
                </a:cubicBezTo>
                <a:cubicBezTo>
                  <a:pt x="75875" y="38500"/>
                  <a:pt x="80732" y="43357"/>
                  <a:pt x="86714" y="43357"/>
                </a:cubicBezTo>
                <a:cubicBezTo>
                  <a:pt x="92696" y="43357"/>
                  <a:pt x="97553" y="38500"/>
                  <a:pt x="97553" y="32518"/>
                </a:cubicBezTo>
                <a:close/>
                <a:moveTo>
                  <a:pt x="86714" y="140910"/>
                </a:moveTo>
                <a:cubicBezTo>
                  <a:pt x="98671" y="140910"/>
                  <a:pt x="108393" y="131189"/>
                  <a:pt x="108393" y="119232"/>
                </a:cubicBezTo>
                <a:cubicBezTo>
                  <a:pt x="108393" y="113744"/>
                  <a:pt x="106360" y="108697"/>
                  <a:pt x="102973" y="104904"/>
                </a:cubicBezTo>
                <a:lnTo>
                  <a:pt x="126514" y="57855"/>
                </a:lnTo>
                <a:cubicBezTo>
                  <a:pt x="128513" y="53824"/>
                  <a:pt x="126887" y="48946"/>
                  <a:pt x="122890" y="46948"/>
                </a:cubicBezTo>
                <a:cubicBezTo>
                  <a:pt x="118893" y="44949"/>
                  <a:pt x="113982" y="46575"/>
                  <a:pt x="111983" y="50572"/>
                </a:cubicBezTo>
                <a:lnTo>
                  <a:pt x="88442" y="97621"/>
                </a:lnTo>
                <a:cubicBezTo>
                  <a:pt x="87866" y="97587"/>
                  <a:pt x="87290" y="97553"/>
                  <a:pt x="86714" y="97553"/>
                </a:cubicBezTo>
                <a:cubicBezTo>
                  <a:pt x="74757" y="97553"/>
                  <a:pt x="65036" y="107275"/>
                  <a:pt x="65036" y="119232"/>
                </a:cubicBezTo>
                <a:cubicBezTo>
                  <a:pt x="65036" y="131189"/>
                  <a:pt x="74757" y="140910"/>
                  <a:pt x="86714" y="140910"/>
                </a:cubicBezTo>
                <a:close/>
                <a:moveTo>
                  <a:pt x="59616" y="48777"/>
                </a:moveTo>
                <a:cubicBezTo>
                  <a:pt x="59616" y="42794"/>
                  <a:pt x="54759" y="37937"/>
                  <a:pt x="48777" y="37937"/>
                </a:cubicBezTo>
                <a:cubicBezTo>
                  <a:pt x="42794" y="37937"/>
                  <a:pt x="37937" y="42794"/>
                  <a:pt x="37937" y="48777"/>
                </a:cubicBezTo>
                <a:cubicBezTo>
                  <a:pt x="37937" y="54759"/>
                  <a:pt x="42794" y="59616"/>
                  <a:pt x="48777" y="59616"/>
                </a:cubicBezTo>
                <a:cubicBezTo>
                  <a:pt x="54759" y="59616"/>
                  <a:pt x="59616" y="54759"/>
                  <a:pt x="59616" y="48777"/>
                </a:cubicBezTo>
                <a:close/>
                <a:moveTo>
                  <a:pt x="32518" y="97553"/>
                </a:moveTo>
                <a:cubicBezTo>
                  <a:pt x="38500" y="97553"/>
                  <a:pt x="43357" y="92696"/>
                  <a:pt x="43357" y="86714"/>
                </a:cubicBezTo>
                <a:cubicBezTo>
                  <a:pt x="43357" y="80732"/>
                  <a:pt x="38500" y="75875"/>
                  <a:pt x="32518" y="75875"/>
                </a:cubicBezTo>
                <a:cubicBezTo>
                  <a:pt x="26535" y="75875"/>
                  <a:pt x="21679" y="80732"/>
                  <a:pt x="21679" y="86714"/>
                </a:cubicBezTo>
                <a:cubicBezTo>
                  <a:pt x="21679" y="92696"/>
                  <a:pt x="26535" y="97553"/>
                  <a:pt x="32518" y="97553"/>
                </a:cubicBezTo>
                <a:close/>
                <a:moveTo>
                  <a:pt x="151750" y="86714"/>
                </a:moveTo>
                <a:cubicBezTo>
                  <a:pt x="151750" y="80732"/>
                  <a:pt x="146893" y="75875"/>
                  <a:pt x="140910" y="75875"/>
                </a:cubicBezTo>
                <a:cubicBezTo>
                  <a:pt x="134928" y="75875"/>
                  <a:pt x="130071" y="80732"/>
                  <a:pt x="130071" y="86714"/>
                </a:cubicBezTo>
                <a:cubicBezTo>
                  <a:pt x="130071" y="92696"/>
                  <a:pt x="134928" y="97553"/>
                  <a:pt x="140910" y="97553"/>
                </a:cubicBezTo>
                <a:cubicBezTo>
                  <a:pt x="146893" y="97553"/>
                  <a:pt x="151750" y="92696"/>
                  <a:pt x="151750" y="86714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2" name="Text 50"/>
          <p:cNvSpPr/>
          <p:nvPr/>
        </p:nvSpPr>
        <p:spPr>
          <a:xfrm>
            <a:off x="6598075" y="5501035"/>
            <a:ext cx="5159488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81290" y="5847891"/>
            <a:ext cx="728398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Usage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418511" y="5847891"/>
            <a:ext cx="320842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1%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81290" y="6160062"/>
            <a:ext cx="1153297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Footprint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216792" y="6160062"/>
            <a:ext cx="520284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50MB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81290" y="6472232"/>
            <a:ext cx="771755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 Speed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171484" y="6472232"/>
            <a:ext cx="563642" cy="20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2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100ms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296" y="370296"/>
            <a:ext cx="11525467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spc="58" kern="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296" y="666533"/>
            <a:ext cx="11618041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User Experiences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296" y="1184948"/>
            <a:ext cx="888711" cy="37030"/>
          </a:xfrm>
          <a:custGeom>
            <a:avLst/>
            <a:gdLst/>
            <a:ahLst/>
            <a:cxnLst/>
            <a:rect l="l" t="t" r="r" b="b"/>
            <a:pathLst>
              <a:path w="888711" h="37030">
                <a:moveTo>
                  <a:pt x="0" y="0"/>
                </a:moveTo>
                <a:lnTo>
                  <a:pt x="888711" y="0"/>
                </a:lnTo>
                <a:lnTo>
                  <a:pt x="888711" y="37030"/>
                </a:lnTo>
                <a:lnTo>
                  <a:pt x="0" y="37030"/>
                </a:lnTo>
                <a:lnTo>
                  <a:pt x="0" y="0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" name="Shape 3"/>
          <p:cNvSpPr/>
          <p:nvPr/>
        </p:nvSpPr>
        <p:spPr>
          <a:xfrm>
            <a:off x="373999" y="1447858"/>
            <a:ext cx="11449556" cy="4506504"/>
          </a:xfrm>
          <a:custGeom>
            <a:avLst/>
            <a:gdLst/>
            <a:ahLst/>
            <a:cxnLst/>
            <a:rect l="l" t="t" r="r" b="b"/>
            <a:pathLst>
              <a:path w="11449556" h="4506504">
                <a:moveTo>
                  <a:pt x="148129" y="0"/>
                </a:moveTo>
                <a:lnTo>
                  <a:pt x="11301427" y="0"/>
                </a:lnTo>
                <a:cubicBezTo>
                  <a:pt x="11383237" y="0"/>
                  <a:pt x="11449556" y="66320"/>
                  <a:pt x="11449556" y="148129"/>
                </a:cubicBezTo>
                <a:lnTo>
                  <a:pt x="11449556" y="4358375"/>
                </a:lnTo>
                <a:cubicBezTo>
                  <a:pt x="11449556" y="4440184"/>
                  <a:pt x="11383237" y="4506504"/>
                  <a:pt x="11301427" y="4506504"/>
                </a:cubicBezTo>
                <a:lnTo>
                  <a:pt x="148129" y="4506504"/>
                </a:lnTo>
                <a:cubicBezTo>
                  <a:pt x="66320" y="4506504"/>
                  <a:pt x="0" y="4440184"/>
                  <a:pt x="0" y="4358375"/>
                </a:cubicBezTo>
                <a:lnTo>
                  <a:pt x="0" y="148129"/>
                </a:lnTo>
                <a:cubicBezTo>
                  <a:pt x="0" y="66374"/>
                  <a:pt x="66374" y="0"/>
                  <a:pt x="148129" y="0"/>
                </a:cubicBezTo>
                <a:close/>
              </a:path>
            </a:pathLst>
          </a:custGeom>
          <a:solidFill>
            <a:srgbClr val="112240"/>
          </a:solidFill>
          <a:ln w="10160">
            <a:solidFill>
              <a:srgbClr val="64FFDA">
                <a:alpha val="20000"/>
              </a:srgbClr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9880" y="1673741"/>
          <a:ext cx="10997795" cy="4054743"/>
        </p:xfrm>
        <a:graphic>
          <a:graphicData uri="http://schemas.openxmlformats.org/drawingml/2006/table">
            <a:tbl>
              <a:tblPr/>
              <a:tblGrid>
                <a:gridCol w="2751765"/>
                <a:gridCol w="4123015"/>
                <a:gridCol w="4123015"/>
              </a:tblGrid>
              <a:tr h="57924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Comparison Factor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64FFD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Website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64FFD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Extension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79249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User Intent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Proactive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Intentional, deliberate checking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Passive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Automatic, background protection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79249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Setup Complexity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None—just visit website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One-click install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79249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Real-time Protection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On-demand scanning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Continuous monitoring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79249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Visual Feedback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Live screenshots + reports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Alert pop-ups only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79249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Ideal Use Case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Verifying links from emails, messages, or unfamiliar sources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Daily browsing protection without interruption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79249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Best For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Security-conscious users who verify before clicking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CCD6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Busy professionals wanting seamless protection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8118" marR="148118" marT="111089" marB="1110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73999" y="6106185"/>
            <a:ext cx="11449556" cy="562850"/>
          </a:xfrm>
          <a:custGeom>
            <a:avLst/>
            <a:gdLst/>
            <a:ahLst/>
            <a:cxnLst/>
            <a:rect l="l" t="t" r="r" b="b"/>
            <a:pathLst>
              <a:path w="11449556" h="562850">
                <a:moveTo>
                  <a:pt x="111090" y="0"/>
                </a:moveTo>
                <a:lnTo>
                  <a:pt x="11338467" y="0"/>
                </a:lnTo>
                <a:cubicBezTo>
                  <a:pt x="11399820" y="0"/>
                  <a:pt x="11449556" y="49737"/>
                  <a:pt x="11449556" y="111090"/>
                </a:cubicBezTo>
                <a:lnTo>
                  <a:pt x="11449556" y="451760"/>
                </a:lnTo>
                <a:cubicBezTo>
                  <a:pt x="11449556" y="513114"/>
                  <a:pt x="11399820" y="562850"/>
                  <a:pt x="11338467" y="562850"/>
                </a:cubicBezTo>
                <a:lnTo>
                  <a:pt x="111090" y="562850"/>
                </a:lnTo>
                <a:cubicBezTo>
                  <a:pt x="49737" y="562850"/>
                  <a:pt x="0" y="513114"/>
                  <a:pt x="0" y="451760"/>
                </a:cubicBezTo>
                <a:lnTo>
                  <a:pt x="0" y="111090"/>
                </a:lnTo>
                <a:cubicBezTo>
                  <a:pt x="0" y="49737"/>
                  <a:pt x="49737" y="0"/>
                  <a:pt x="111090" y="0"/>
                </a:cubicBezTo>
                <a:close/>
              </a:path>
            </a:pathLst>
          </a:custGeom>
          <a:solidFill>
            <a:srgbClr val="64FFDA">
              <a:alpha val="10196"/>
            </a:srgbClr>
          </a:solidFill>
          <a:ln w="1016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48708" y="6276519"/>
            <a:ext cx="166633" cy="222178"/>
          </a:xfrm>
          <a:custGeom>
            <a:avLst/>
            <a:gdLst/>
            <a:ahLst/>
            <a:cxnLst/>
            <a:rect l="l" t="t" r="r" b="b"/>
            <a:pathLst>
              <a:path w="166633" h="222178">
                <a:moveTo>
                  <a:pt x="127101" y="166633"/>
                </a:moveTo>
                <a:cubicBezTo>
                  <a:pt x="130269" y="156956"/>
                  <a:pt x="136605" y="148191"/>
                  <a:pt x="143765" y="140640"/>
                </a:cubicBezTo>
                <a:cubicBezTo>
                  <a:pt x="157954" y="125713"/>
                  <a:pt x="166633" y="105534"/>
                  <a:pt x="166633" y="83317"/>
                </a:cubicBezTo>
                <a:cubicBezTo>
                  <a:pt x="166633" y="37319"/>
                  <a:pt x="129314" y="0"/>
                  <a:pt x="83317" y="0"/>
                </a:cubicBezTo>
                <a:cubicBezTo>
                  <a:pt x="37319" y="0"/>
                  <a:pt x="0" y="37319"/>
                  <a:pt x="0" y="83317"/>
                </a:cubicBezTo>
                <a:cubicBezTo>
                  <a:pt x="0" y="105534"/>
                  <a:pt x="8679" y="125713"/>
                  <a:pt x="22869" y="140640"/>
                </a:cubicBezTo>
                <a:cubicBezTo>
                  <a:pt x="30029" y="148191"/>
                  <a:pt x="36408" y="156956"/>
                  <a:pt x="39532" y="166633"/>
                </a:cubicBezTo>
                <a:lnTo>
                  <a:pt x="127058" y="166633"/>
                </a:lnTo>
                <a:close/>
                <a:moveTo>
                  <a:pt x="124975" y="187462"/>
                </a:moveTo>
                <a:lnTo>
                  <a:pt x="41658" y="187462"/>
                </a:lnTo>
                <a:lnTo>
                  <a:pt x="41658" y="194405"/>
                </a:lnTo>
                <a:cubicBezTo>
                  <a:pt x="41658" y="213586"/>
                  <a:pt x="57193" y="229121"/>
                  <a:pt x="76374" y="229121"/>
                </a:cubicBezTo>
                <a:lnTo>
                  <a:pt x="90260" y="229121"/>
                </a:lnTo>
                <a:cubicBezTo>
                  <a:pt x="109440" y="229121"/>
                  <a:pt x="124975" y="213586"/>
                  <a:pt x="124975" y="194405"/>
                </a:cubicBezTo>
                <a:lnTo>
                  <a:pt x="124975" y="187462"/>
                </a:lnTo>
                <a:close/>
                <a:moveTo>
                  <a:pt x="79845" y="48601"/>
                </a:moveTo>
                <a:cubicBezTo>
                  <a:pt x="62574" y="48601"/>
                  <a:pt x="48601" y="62574"/>
                  <a:pt x="48601" y="79845"/>
                </a:cubicBezTo>
                <a:cubicBezTo>
                  <a:pt x="48601" y="85617"/>
                  <a:pt x="43958" y="90260"/>
                  <a:pt x="38187" y="90260"/>
                </a:cubicBezTo>
                <a:cubicBezTo>
                  <a:pt x="32415" y="90260"/>
                  <a:pt x="27772" y="85617"/>
                  <a:pt x="27772" y="79845"/>
                </a:cubicBezTo>
                <a:cubicBezTo>
                  <a:pt x="27772" y="51075"/>
                  <a:pt x="51075" y="27772"/>
                  <a:pt x="79845" y="27772"/>
                </a:cubicBezTo>
                <a:cubicBezTo>
                  <a:pt x="85617" y="27772"/>
                  <a:pt x="90260" y="32415"/>
                  <a:pt x="90260" y="38187"/>
                </a:cubicBezTo>
                <a:cubicBezTo>
                  <a:pt x="90260" y="43958"/>
                  <a:pt x="85617" y="48601"/>
                  <a:pt x="79845" y="4860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9" name="Text 6"/>
          <p:cNvSpPr/>
          <p:nvPr/>
        </p:nvSpPr>
        <p:spPr>
          <a:xfrm>
            <a:off x="1619004" y="6258005"/>
            <a:ext cx="9470323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Recommendation:</a:t>
            </a:r>
            <a:pPr>
              <a:lnSpc>
                <a:spcPct val="130000"/>
              </a:lnSpc>
            </a:pPr>
            <a:r>
              <a:rPr lang="en-US" sz="1312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both methods together for maximum protection—Extension for daily browsing, Website for suspicious links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2.ftcdn.net/e31e36be020814d968bbf29b57135a457ac492c1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44" r="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192F">
                  <a:alpha val="95000"/>
                </a:srgbClr>
              </a:gs>
              <a:gs pos="50000">
                <a:srgbClr val="0A192F">
                  <a:alpha val="90000"/>
                </a:srgbClr>
              </a:gs>
              <a:gs pos="100000">
                <a:srgbClr val="112240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LOOKING AHEAD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Roadmap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7" name="Shape 4"/>
          <p:cNvSpPr/>
          <p:nvPr/>
        </p:nvSpPr>
        <p:spPr>
          <a:xfrm>
            <a:off x="384810" y="1489710"/>
            <a:ext cx="3646170" cy="4008120"/>
          </a:xfrm>
          <a:custGeom>
            <a:avLst/>
            <a:gdLst/>
            <a:ahLst/>
            <a:cxnLst/>
            <a:rect l="l" t="t" r="r" b="b"/>
            <a:pathLst>
              <a:path w="3646170" h="4008120">
                <a:moveTo>
                  <a:pt x="152410" y="0"/>
                </a:moveTo>
                <a:lnTo>
                  <a:pt x="3493760" y="0"/>
                </a:lnTo>
                <a:cubicBezTo>
                  <a:pt x="3577934" y="0"/>
                  <a:pt x="3646170" y="68236"/>
                  <a:pt x="3646170" y="152410"/>
                </a:cubicBezTo>
                <a:lnTo>
                  <a:pt x="3646170" y="3855710"/>
                </a:lnTo>
                <a:cubicBezTo>
                  <a:pt x="3646170" y="3939884"/>
                  <a:pt x="3577934" y="4008120"/>
                  <a:pt x="3493760" y="4008120"/>
                </a:cubicBezTo>
                <a:lnTo>
                  <a:pt x="152410" y="4008120"/>
                </a:lnTo>
                <a:cubicBezTo>
                  <a:pt x="68236" y="4008120"/>
                  <a:pt x="0" y="3939884"/>
                  <a:pt x="0" y="385571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112240">
              <a:alpha val="90196"/>
            </a:srgbClr>
          </a:solidFill>
          <a:ln w="1016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7220" y="17221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69620" y="18745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0" name="Text 7"/>
          <p:cNvSpPr/>
          <p:nvPr/>
        </p:nvSpPr>
        <p:spPr>
          <a:xfrm>
            <a:off x="1264920" y="1836423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Safety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7220" y="2407923"/>
            <a:ext cx="32670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Suraksha offers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64FFDA"/>
                </a:solidFill>
                <a:highlight>
                  <a:srgbClr val="64FFDA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flexibility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—manual verification for the cautious, and automatic protection for the busy.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220" y="3396142"/>
            <a:ext cx="3181350" cy="1866900"/>
          </a:xfrm>
          <a:custGeom>
            <a:avLst/>
            <a:gdLst/>
            <a:ahLst/>
            <a:cxnLst/>
            <a:rect l="l" t="t" r="r" b="b"/>
            <a:pathLst>
              <a:path w="3181350" h="1866900">
                <a:moveTo>
                  <a:pt x="114292" y="0"/>
                </a:moveTo>
                <a:lnTo>
                  <a:pt x="3067058" y="0"/>
                </a:lnTo>
                <a:cubicBezTo>
                  <a:pt x="3130180" y="0"/>
                  <a:pt x="3181350" y="51170"/>
                  <a:pt x="3181350" y="114292"/>
                </a:cubicBezTo>
                <a:lnTo>
                  <a:pt x="3181350" y="1752608"/>
                </a:lnTo>
                <a:cubicBezTo>
                  <a:pt x="3181350" y="1815730"/>
                  <a:pt x="3130180" y="1866900"/>
                  <a:pt x="3067058" y="1866900"/>
                </a:cubicBezTo>
                <a:lnTo>
                  <a:pt x="114292" y="1866900"/>
                </a:lnTo>
                <a:cubicBezTo>
                  <a:pt x="51170" y="1866900"/>
                  <a:pt x="0" y="1815730"/>
                  <a:pt x="0" y="175260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13" name="Text 10"/>
          <p:cNvSpPr/>
          <p:nvPr/>
        </p:nvSpPr>
        <p:spPr>
          <a:xfrm>
            <a:off x="769620" y="3548542"/>
            <a:ext cx="2962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88670" y="396764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5" name="Text 12"/>
          <p:cNvSpPr/>
          <p:nvPr/>
        </p:nvSpPr>
        <p:spPr>
          <a:xfrm>
            <a:off x="1036320" y="3929542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Dual-layer protection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88670" y="427244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7" name="Text 14"/>
          <p:cNvSpPr/>
          <p:nvPr/>
        </p:nvSpPr>
        <p:spPr>
          <a:xfrm>
            <a:off x="1036320" y="4234342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technical expertise required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88670" y="457724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19" name="Text 16"/>
          <p:cNvSpPr/>
          <p:nvPr/>
        </p:nvSpPr>
        <p:spPr>
          <a:xfrm>
            <a:off x="1036320" y="4539142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workflow integration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88670" y="488204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1" name="Text 18"/>
          <p:cNvSpPr/>
          <p:nvPr/>
        </p:nvSpPr>
        <p:spPr>
          <a:xfrm>
            <a:off x="1036320" y="4843942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confirmation before risk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271010" y="1489710"/>
            <a:ext cx="3646170" cy="4008120"/>
          </a:xfrm>
          <a:custGeom>
            <a:avLst/>
            <a:gdLst/>
            <a:ahLst/>
            <a:cxnLst/>
            <a:rect l="l" t="t" r="r" b="b"/>
            <a:pathLst>
              <a:path w="3646170" h="4008120">
                <a:moveTo>
                  <a:pt x="152410" y="0"/>
                </a:moveTo>
                <a:lnTo>
                  <a:pt x="3493760" y="0"/>
                </a:lnTo>
                <a:cubicBezTo>
                  <a:pt x="3577934" y="0"/>
                  <a:pt x="3646170" y="68236"/>
                  <a:pt x="3646170" y="152410"/>
                </a:cubicBezTo>
                <a:lnTo>
                  <a:pt x="3646170" y="3855710"/>
                </a:lnTo>
                <a:cubicBezTo>
                  <a:pt x="3646170" y="3939884"/>
                  <a:pt x="3577934" y="4008120"/>
                  <a:pt x="3493760" y="4008120"/>
                </a:cubicBezTo>
                <a:lnTo>
                  <a:pt x="152410" y="4008120"/>
                </a:lnTo>
                <a:cubicBezTo>
                  <a:pt x="68236" y="4008120"/>
                  <a:pt x="0" y="3939884"/>
                  <a:pt x="0" y="385571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112240">
              <a:alpha val="90196"/>
            </a:srgbClr>
          </a:solidFill>
          <a:ln w="1016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03420" y="17221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64FFDA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655820" y="18745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25" name="Text 22"/>
          <p:cNvSpPr/>
          <p:nvPr/>
        </p:nvSpPr>
        <p:spPr>
          <a:xfrm>
            <a:off x="5151120" y="1836423"/>
            <a:ext cx="187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Ongoing Updates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03420" y="2407923"/>
            <a:ext cx="3267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database refreshes to catch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6B6B"/>
                </a:solidFill>
                <a:highlight>
                  <a:srgbClr val="FF6B6B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"Zero-Day" threats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they spread.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503420" y="3117535"/>
            <a:ext cx="3181350" cy="2152650"/>
          </a:xfrm>
          <a:custGeom>
            <a:avLst/>
            <a:gdLst/>
            <a:ahLst/>
            <a:cxnLst/>
            <a:rect l="l" t="t" r="r" b="b"/>
            <a:pathLst>
              <a:path w="3181350" h="2152650">
                <a:moveTo>
                  <a:pt x="114306" y="0"/>
                </a:moveTo>
                <a:lnTo>
                  <a:pt x="3067044" y="0"/>
                </a:lnTo>
                <a:cubicBezTo>
                  <a:pt x="3130174" y="0"/>
                  <a:pt x="3181350" y="51176"/>
                  <a:pt x="3181350" y="114306"/>
                </a:cubicBezTo>
                <a:lnTo>
                  <a:pt x="3181350" y="2038344"/>
                </a:lnTo>
                <a:cubicBezTo>
                  <a:pt x="3181350" y="2101474"/>
                  <a:pt x="3130174" y="2152650"/>
                  <a:pt x="3067044" y="2152650"/>
                </a:cubicBezTo>
                <a:lnTo>
                  <a:pt x="114306" y="2152650"/>
                </a:lnTo>
                <a:cubicBezTo>
                  <a:pt x="51176" y="2152650"/>
                  <a:pt x="0" y="2101474"/>
                  <a:pt x="0" y="203834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28" name="Text 25"/>
          <p:cNvSpPr/>
          <p:nvPr/>
        </p:nvSpPr>
        <p:spPr>
          <a:xfrm>
            <a:off x="4655820" y="3269935"/>
            <a:ext cx="2962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Schedule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655820" y="3650935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 Database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090648" y="3650935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Hourly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655820" y="3993835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026236" y="3993835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655820" y="4336735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Updates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93017" y="4336735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655820" y="4679635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Patches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839069" y="4679635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4FFD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needed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161020" y="1493520"/>
            <a:ext cx="3644265" cy="4006215"/>
          </a:xfrm>
          <a:custGeom>
            <a:avLst/>
            <a:gdLst/>
            <a:ahLst/>
            <a:cxnLst/>
            <a:rect l="l" t="t" r="r" b="b"/>
            <a:pathLst>
              <a:path w="3644265" h="4006215">
                <a:moveTo>
                  <a:pt x="152403" y="0"/>
                </a:moveTo>
                <a:lnTo>
                  <a:pt x="3491862" y="0"/>
                </a:lnTo>
                <a:cubicBezTo>
                  <a:pt x="3576032" y="0"/>
                  <a:pt x="3644265" y="68233"/>
                  <a:pt x="3644265" y="152403"/>
                </a:cubicBezTo>
                <a:lnTo>
                  <a:pt x="3644265" y="3853812"/>
                </a:lnTo>
                <a:cubicBezTo>
                  <a:pt x="3644265" y="3937982"/>
                  <a:pt x="3576032" y="4006215"/>
                  <a:pt x="3491862" y="4006215"/>
                </a:cubicBezTo>
                <a:lnTo>
                  <a:pt x="152403" y="4006215"/>
                </a:lnTo>
                <a:cubicBezTo>
                  <a:pt x="68233" y="4006215"/>
                  <a:pt x="0" y="3937982"/>
                  <a:pt x="0" y="3853812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64FFDA">
                  <a:alpha val="20000"/>
                </a:srgbClr>
              </a:gs>
              <a:gs pos="100000">
                <a:srgbClr val="112240">
                  <a:alpha val="90000"/>
                </a:srgbClr>
              </a:gs>
            </a:gsLst>
            <a:lin ang="2700000" scaled="1"/>
          </a:gradFill>
          <a:ln w="20320">
            <a:solidFill>
              <a:srgbClr val="64FFD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397240" y="17297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39" name="Shape 36"/>
          <p:cNvSpPr/>
          <p:nvPr/>
        </p:nvSpPr>
        <p:spPr>
          <a:xfrm>
            <a:off x="8549640" y="18821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40" name="Text 37"/>
          <p:cNvSpPr/>
          <p:nvPr/>
        </p:nvSpPr>
        <p:spPr>
          <a:xfrm>
            <a:off x="9044940" y="1844041"/>
            <a:ext cx="1228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397240" y="2415541"/>
            <a:ext cx="3257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Scaling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64FFDA"/>
                </a:solidFill>
                <a:highlight>
                  <a:srgbClr val="64FFDA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access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enterprise-level security solutions.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397240" y="3125153"/>
            <a:ext cx="3171825" cy="2133600"/>
          </a:xfrm>
          <a:custGeom>
            <a:avLst/>
            <a:gdLst/>
            <a:ahLst/>
            <a:cxnLst/>
            <a:rect l="l" t="t" r="r" b="b"/>
            <a:pathLst>
              <a:path w="3171825" h="2133600">
                <a:moveTo>
                  <a:pt x="114297" y="0"/>
                </a:moveTo>
                <a:lnTo>
                  <a:pt x="3057528" y="0"/>
                </a:lnTo>
                <a:cubicBezTo>
                  <a:pt x="3120653" y="0"/>
                  <a:pt x="3171825" y="51172"/>
                  <a:pt x="3171825" y="114297"/>
                </a:cubicBezTo>
                <a:lnTo>
                  <a:pt x="3171825" y="2019303"/>
                </a:lnTo>
                <a:cubicBezTo>
                  <a:pt x="3171825" y="2082428"/>
                  <a:pt x="3120653" y="2133600"/>
                  <a:pt x="3057528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A192F"/>
          </a:solidFill>
          <a:ln/>
        </p:spPr>
      </p:sp>
      <p:sp>
        <p:nvSpPr>
          <p:cNvPr id="43" name="Text 40"/>
          <p:cNvSpPr/>
          <p:nvPr/>
        </p:nvSpPr>
        <p:spPr>
          <a:xfrm>
            <a:off x="8549640" y="3277553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Features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568690" y="36966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5" name="Text 42"/>
          <p:cNvSpPr/>
          <p:nvPr/>
        </p:nvSpPr>
        <p:spPr>
          <a:xfrm>
            <a:off x="8816340" y="3658553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 integration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568690" y="40014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7" name="Text 44"/>
          <p:cNvSpPr/>
          <p:nvPr/>
        </p:nvSpPr>
        <p:spPr>
          <a:xfrm>
            <a:off x="8816340" y="3963353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Bulk URL scanning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8568690" y="43062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49" name="Text 46"/>
          <p:cNvSpPr/>
          <p:nvPr/>
        </p:nvSpPr>
        <p:spPr>
          <a:xfrm>
            <a:off x="8816340" y="426815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threat rules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568690" y="46110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1" name="Text 48"/>
          <p:cNvSpPr/>
          <p:nvPr/>
        </p:nvSpPr>
        <p:spPr>
          <a:xfrm>
            <a:off x="8816340" y="4572953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568690" y="49158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4FFDA"/>
          </a:solidFill>
          <a:ln/>
        </p:spPr>
      </p:sp>
      <p:sp>
        <p:nvSpPr>
          <p:cNvPr id="53" name="Text 50"/>
          <p:cNvSpPr/>
          <p:nvPr/>
        </p:nvSpPr>
        <p:spPr>
          <a:xfrm>
            <a:off x="8816340" y="4877753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CD6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SSO &amp; team management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3593425" y="5735004"/>
            <a:ext cx="5008245" cy="960120"/>
          </a:xfrm>
          <a:custGeom>
            <a:avLst/>
            <a:gdLst/>
            <a:ahLst/>
            <a:cxnLst/>
            <a:rect l="l" t="t" r="r" b="b"/>
            <a:pathLst>
              <a:path w="5008245" h="960120">
                <a:moveTo>
                  <a:pt x="152400" y="0"/>
                </a:moveTo>
                <a:lnTo>
                  <a:pt x="4855845" y="0"/>
                </a:lnTo>
                <a:cubicBezTo>
                  <a:pt x="4940013" y="0"/>
                  <a:pt x="5008245" y="68232"/>
                  <a:pt x="5008245" y="152400"/>
                </a:cubicBezTo>
                <a:lnTo>
                  <a:pt x="5008245" y="807720"/>
                </a:lnTo>
                <a:cubicBezTo>
                  <a:pt x="5008245" y="891888"/>
                  <a:pt x="4940013" y="960120"/>
                  <a:pt x="4855845" y="960120"/>
                </a:cubicBezTo>
                <a:lnTo>
                  <a:pt x="152400" y="960120"/>
                </a:lnTo>
                <a:cubicBezTo>
                  <a:pt x="68232" y="960120"/>
                  <a:pt x="0" y="891888"/>
                  <a:pt x="0" y="80772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64FFDA">
                  <a:alpha val="20000"/>
                </a:srgbClr>
              </a:gs>
              <a:gs pos="100000">
                <a:srgbClr val="64FFDA">
                  <a:alpha val="10000"/>
                </a:srgbClr>
              </a:gs>
            </a:gsLst>
            <a:lin ang="0" scaled="1"/>
          </a:gradFill>
          <a:ln w="10160">
            <a:solidFill>
              <a:srgbClr val="64FFDA">
                <a:alpha val="30196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843338" y="6062664"/>
            <a:ext cx="4505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Suraksha: Protection That Adapts to You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SecureJohar: Your Gateway to a Safer Web</dc:title>
  <dc:subject>SecureJohar: Your Gateway to a Safer Web</dc:subject>
  <dc:creator>Kimi</dc:creator>
  <cp:lastModifiedBy>Kimi</cp:lastModifiedBy>
  <cp:revision>1</cp:revision>
  <dcterms:created xsi:type="dcterms:W3CDTF">2026-02-25T13:04:09Z</dcterms:created>
  <dcterms:modified xsi:type="dcterms:W3CDTF">2026-02-25T13:04:09Z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{"Label":"SecureJohar: Your Gateway to a Safer Web","ContentProducer":"001191110108MACG2KBH8F10000","ProduceID":"19c93d62-b252-802d-8000-0000ae4e24ab","ReservedCode1":"","ContentPropagator":"001191110108MACG2KBH8F20000","PropagateID":"19c93d62-b252-802d-8000-0000ae4e24ab","ReservedCode2":""}</vt:lpwstr>
  </property>
</Properties>
</file>